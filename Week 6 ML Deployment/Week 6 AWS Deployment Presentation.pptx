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8" r:id="rId4"/>
    <p:sldMasterId id="2147483648" r:id="rId5"/>
    <p:sldMasterId id="2147483752" r:id="rId6"/>
    <p:sldMasterId id="2147483704" r:id="rId7"/>
  </p:sldMasterIdLst>
  <p:notesMasterIdLst>
    <p:notesMasterId r:id="rId35"/>
  </p:notesMasterIdLst>
  <p:handoutMasterIdLst>
    <p:handoutMasterId r:id="rId36"/>
  </p:handoutMasterIdLst>
  <p:sldIdLst>
    <p:sldId id="256" r:id="rId8"/>
    <p:sldId id="269" r:id="rId9"/>
    <p:sldId id="259" r:id="rId10"/>
    <p:sldId id="272" r:id="rId11"/>
    <p:sldId id="294" r:id="rId12"/>
    <p:sldId id="273" r:id="rId13"/>
    <p:sldId id="293" r:id="rId14"/>
    <p:sldId id="296" r:id="rId15"/>
    <p:sldId id="297" r:id="rId16"/>
    <p:sldId id="298" r:id="rId17"/>
    <p:sldId id="299" r:id="rId18"/>
    <p:sldId id="300" r:id="rId19"/>
    <p:sldId id="302" r:id="rId20"/>
    <p:sldId id="301" r:id="rId21"/>
    <p:sldId id="303" r:id="rId22"/>
    <p:sldId id="305" r:id="rId23"/>
    <p:sldId id="309" r:id="rId24"/>
    <p:sldId id="311" r:id="rId25"/>
    <p:sldId id="310" r:id="rId26"/>
    <p:sldId id="312" r:id="rId27"/>
    <p:sldId id="306" r:id="rId28"/>
    <p:sldId id="307" r:id="rId29"/>
    <p:sldId id="308" r:id="rId30"/>
    <p:sldId id="258" r:id="rId31"/>
    <p:sldId id="275" r:id="rId32"/>
    <p:sldId id="292" r:id="rId33"/>
    <p:sldId id="284" r:id="rId34"/>
  </p:sldIdLst>
  <p:sldSz cx="12192000" cy="6858000"/>
  <p:notesSz cx="6858000" cy="9144000"/>
  <p:embeddedFontLst>
    <p:embeddedFont>
      <p:font typeface="Ubuntu" panose="020B0504030602030204" pitchFamily="34" charset="0"/>
      <p:regular r:id="rId37"/>
      <p:bold r:id="rId38"/>
      <p:italic r:id="rId39"/>
      <p:boldItalic r:id="rId40"/>
    </p:embeddedFont>
  </p:embeddedFontLst>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 id="{1006DAB2-B71D-3347-B3EF-014DA7DE0E8E}">
          <p14:sldIdLst>
            <p14:sldId id="256"/>
            <p14:sldId id="269"/>
            <p14:sldId id="259"/>
            <p14:sldId id="272"/>
            <p14:sldId id="294"/>
            <p14:sldId id="273"/>
            <p14:sldId id="293"/>
            <p14:sldId id="296"/>
            <p14:sldId id="297"/>
            <p14:sldId id="298"/>
            <p14:sldId id="299"/>
            <p14:sldId id="300"/>
            <p14:sldId id="302"/>
            <p14:sldId id="301"/>
            <p14:sldId id="303"/>
            <p14:sldId id="305"/>
            <p14:sldId id="309"/>
            <p14:sldId id="311"/>
            <p14:sldId id="310"/>
            <p14:sldId id="312"/>
            <p14:sldId id="306"/>
            <p14:sldId id="307"/>
            <p14:sldId id="308"/>
            <p14:sldId id="258"/>
            <p14:sldId id="275"/>
            <p14:sldId id="292"/>
            <p14:sldId id="284"/>
          </p14:sldIdLst>
        </p14:section>
        <p14:section name="stand out slide" id="{931D4ECF-FA8C-684D-BD9F-7C447B9FA9C7}">
          <p14:sldIdLst/>
        </p14:section>
        <p14:section name="content" id="{07EFC97D-25D9-DE42-92B7-D832EDBB936C}">
          <p14:sldIdLst/>
        </p14:section>
        <p14:section name="end slide" id="{C508297D-8E91-BE44-86FE-ED4B6D52C8D5}">
          <p14:sldIdLst/>
        </p14:section>
        <p14:section name="divider slide" id="{11A5BE42-2ABF-B049-9795-D5160D56891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ACE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A19FD3-E058-4F37-B0D1-D9E5714DA983}" v="4" dt="2021-07-01T05:49:49.21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02" autoAdjust="0"/>
    <p:restoredTop sz="91026" autoAdjust="0"/>
  </p:normalViewPr>
  <p:slideViewPr>
    <p:cSldViewPr snapToGrid="0">
      <p:cViewPr varScale="1">
        <p:scale>
          <a:sx n="57" d="100"/>
          <a:sy n="57" d="100"/>
        </p:scale>
        <p:origin x="700" y="56"/>
      </p:cViewPr>
      <p:guideLst/>
    </p:cSldViewPr>
  </p:slideViewPr>
  <p:outlineViewPr>
    <p:cViewPr>
      <p:scale>
        <a:sx n="33" d="100"/>
        <a:sy n="33" d="100"/>
      </p:scale>
      <p:origin x="0" y="-1876"/>
    </p:cViewPr>
  </p:outlineViewPr>
  <p:notesTextViewPr>
    <p:cViewPr>
      <p:scale>
        <a:sx n="1" d="1"/>
        <a:sy n="1" d="1"/>
      </p:scale>
      <p:origin x="0" y="0"/>
    </p:cViewPr>
  </p:notesTextViewPr>
  <p:notesViewPr>
    <p:cSldViewPr snapToGrid="0">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3.fntdata"/><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43"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font" Target="fonts/font2.fntdata"/><Relationship Id="rId46"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DCFF53-D302-4D4F-9638-08F4A0372C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D4DFB5A3-0E95-904D-84CD-BD9CD3B391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9A15DD-D767-E940-9658-67E0AA1A1BA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C7C64E-0F0E-6141-8FA9-D6F2ED3FA56A}" type="slidenum">
              <a:rPr lang="en-US" smtClean="0"/>
              <a:t>‹#›</a:t>
            </a:fld>
            <a:endParaRPr lang="en-US"/>
          </a:p>
        </p:txBody>
      </p:sp>
    </p:spTree>
    <p:extLst>
      <p:ext uri="{BB962C8B-B14F-4D97-AF65-F5344CB8AC3E}">
        <p14:creationId xmlns:p14="http://schemas.microsoft.com/office/powerpoint/2010/main" val="18264081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CC3EAE-22DF-2B4B-A1EA-17751061A738}"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4AAE03-B067-BC4B-B4DC-EFC02FBC7F46}" type="slidenum">
              <a:rPr lang="en-US" smtClean="0"/>
              <a:t>‹#›</a:t>
            </a:fld>
            <a:endParaRPr lang="en-US"/>
          </a:p>
        </p:txBody>
      </p:sp>
    </p:spTree>
    <p:extLst>
      <p:ext uri="{BB962C8B-B14F-4D97-AF65-F5344CB8AC3E}">
        <p14:creationId xmlns:p14="http://schemas.microsoft.com/office/powerpoint/2010/main" val="3532914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B4AAE03-B067-BC4B-B4DC-EFC02FBC7F46}" type="slidenum">
              <a:rPr lang="en-US" smtClean="0"/>
              <a:t>6</a:t>
            </a:fld>
            <a:endParaRPr lang="en-US"/>
          </a:p>
        </p:txBody>
      </p:sp>
    </p:spTree>
    <p:extLst>
      <p:ext uri="{BB962C8B-B14F-4D97-AF65-F5344CB8AC3E}">
        <p14:creationId xmlns:p14="http://schemas.microsoft.com/office/powerpoint/2010/main" val="2745450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FB4AAE03-B067-BC4B-B4DC-EFC02FBC7F46}" type="slidenum">
              <a:rPr lang="en-US" smtClean="0"/>
              <a:t>8</a:t>
            </a:fld>
            <a:endParaRPr lang="en-US"/>
          </a:p>
        </p:txBody>
      </p:sp>
    </p:spTree>
    <p:extLst>
      <p:ext uri="{BB962C8B-B14F-4D97-AF65-F5344CB8AC3E}">
        <p14:creationId xmlns:p14="http://schemas.microsoft.com/office/powerpoint/2010/main" val="3573047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1A523-A316-5CCC-4265-6BF1D6C40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592FD-B35F-B4A1-C1C3-E0CA09BDB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DD00B-B3FD-FABA-CF3A-985F8E791C2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BBD10E20-FFF3-B78A-2E70-D71584B730CD}"/>
              </a:ext>
            </a:extLst>
          </p:cNvPr>
          <p:cNvSpPr>
            <a:spLocks noGrp="1"/>
          </p:cNvSpPr>
          <p:nvPr>
            <p:ph type="sldNum" sz="quarter" idx="5"/>
          </p:nvPr>
        </p:nvSpPr>
        <p:spPr/>
        <p:txBody>
          <a:bodyPr/>
          <a:lstStyle/>
          <a:p>
            <a:fld id="{FB4AAE03-B067-BC4B-B4DC-EFC02FBC7F46}" type="slidenum">
              <a:rPr lang="en-US" smtClean="0"/>
              <a:t>9</a:t>
            </a:fld>
            <a:endParaRPr lang="en-US"/>
          </a:p>
        </p:txBody>
      </p:sp>
    </p:spTree>
    <p:extLst>
      <p:ext uri="{BB962C8B-B14F-4D97-AF65-F5344CB8AC3E}">
        <p14:creationId xmlns:p14="http://schemas.microsoft.com/office/powerpoint/2010/main" val="3072286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EF03C-5B15-F696-358F-0167BFAF8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96F59-0811-8A6B-3F6E-F40FC0FCA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BC7A5-D56F-D65B-FD4E-70CDE12B648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AAFE376-42F4-5D40-B769-0FD345E971AF}"/>
              </a:ext>
            </a:extLst>
          </p:cNvPr>
          <p:cNvSpPr>
            <a:spLocks noGrp="1"/>
          </p:cNvSpPr>
          <p:nvPr>
            <p:ph type="sldNum" sz="quarter" idx="5"/>
          </p:nvPr>
        </p:nvSpPr>
        <p:spPr/>
        <p:txBody>
          <a:bodyPr/>
          <a:lstStyle/>
          <a:p>
            <a:fld id="{FB4AAE03-B067-BC4B-B4DC-EFC02FBC7F46}" type="slidenum">
              <a:rPr lang="en-US" smtClean="0"/>
              <a:t>10</a:t>
            </a:fld>
            <a:endParaRPr lang="en-US"/>
          </a:p>
        </p:txBody>
      </p:sp>
    </p:spTree>
    <p:extLst>
      <p:ext uri="{BB962C8B-B14F-4D97-AF65-F5344CB8AC3E}">
        <p14:creationId xmlns:p14="http://schemas.microsoft.com/office/powerpoint/2010/main" val="511521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6CB69-EF23-5BC9-1431-5A0A521037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05C88-8394-C515-7181-9CE9AC5C0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BC374-FF6F-0B0A-E505-E37A6B3A431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AB51B1B-1E00-F248-7892-9500D24649D5}"/>
              </a:ext>
            </a:extLst>
          </p:cNvPr>
          <p:cNvSpPr>
            <a:spLocks noGrp="1"/>
          </p:cNvSpPr>
          <p:nvPr>
            <p:ph type="sldNum" sz="quarter" idx="5"/>
          </p:nvPr>
        </p:nvSpPr>
        <p:spPr/>
        <p:txBody>
          <a:bodyPr/>
          <a:lstStyle/>
          <a:p>
            <a:fld id="{FB4AAE03-B067-BC4B-B4DC-EFC02FBC7F46}" type="slidenum">
              <a:rPr lang="en-US" smtClean="0"/>
              <a:t>11</a:t>
            </a:fld>
            <a:endParaRPr lang="en-US"/>
          </a:p>
        </p:txBody>
      </p:sp>
    </p:spTree>
    <p:extLst>
      <p:ext uri="{BB962C8B-B14F-4D97-AF65-F5344CB8AC3E}">
        <p14:creationId xmlns:p14="http://schemas.microsoft.com/office/powerpoint/2010/main" val="2506771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3AD42-1994-7885-9235-876773B99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68150-03C1-D1C3-68BA-037BAFA5B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C4FBA-E8B4-6CD3-B505-16CF073AC7C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175594F-841D-6E0C-6986-862054DD03FD}"/>
              </a:ext>
            </a:extLst>
          </p:cNvPr>
          <p:cNvSpPr>
            <a:spLocks noGrp="1"/>
          </p:cNvSpPr>
          <p:nvPr>
            <p:ph type="sldNum" sz="quarter" idx="5"/>
          </p:nvPr>
        </p:nvSpPr>
        <p:spPr/>
        <p:txBody>
          <a:bodyPr/>
          <a:lstStyle/>
          <a:p>
            <a:fld id="{FB4AAE03-B067-BC4B-B4DC-EFC02FBC7F46}" type="slidenum">
              <a:rPr lang="en-US" smtClean="0"/>
              <a:t>12</a:t>
            </a:fld>
            <a:endParaRPr lang="en-US"/>
          </a:p>
        </p:txBody>
      </p:sp>
    </p:spTree>
    <p:extLst>
      <p:ext uri="{BB962C8B-B14F-4D97-AF65-F5344CB8AC3E}">
        <p14:creationId xmlns:p14="http://schemas.microsoft.com/office/powerpoint/2010/main" val="2878831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3A817-9233-2C2D-C6B2-3A4F76781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A2528-B227-1EDA-E016-57BEAF0FD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707EF-AB2B-3B01-A255-AE1E407687E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05D6BAE-897D-6994-18DD-1922656E8FB3}"/>
              </a:ext>
            </a:extLst>
          </p:cNvPr>
          <p:cNvSpPr>
            <a:spLocks noGrp="1"/>
          </p:cNvSpPr>
          <p:nvPr>
            <p:ph type="sldNum" sz="quarter" idx="5"/>
          </p:nvPr>
        </p:nvSpPr>
        <p:spPr/>
        <p:txBody>
          <a:bodyPr/>
          <a:lstStyle/>
          <a:p>
            <a:fld id="{FB4AAE03-B067-BC4B-B4DC-EFC02FBC7F46}" type="slidenum">
              <a:rPr lang="en-US" smtClean="0"/>
              <a:t>14</a:t>
            </a:fld>
            <a:endParaRPr lang="en-US"/>
          </a:p>
        </p:txBody>
      </p:sp>
    </p:spTree>
    <p:extLst>
      <p:ext uri="{BB962C8B-B14F-4D97-AF65-F5344CB8AC3E}">
        <p14:creationId xmlns:p14="http://schemas.microsoft.com/office/powerpoint/2010/main" val="2726742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95F7-43ED-F652-32A1-1C0503E76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84314-C216-892F-7152-A287D2F43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EDF86-6240-833A-72EB-F9C004DC131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610E666-285F-8507-2E44-5DF363974F82}"/>
              </a:ext>
            </a:extLst>
          </p:cNvPr>
          <p:cNvSpPr>
            <a:spLocks noGrp="1"/>
          </p:cNvSpPr>
          <p:nvPr>
            <p:ph type="sldNum" sz="quarter" idx="5"/>
          </p:nvPr>
        </p:nvSpPr>
        <p:spPr/>
        <p:txBody>
          <a:bodyPr/>
          <a:lstStyle/>
          <a:p>
            <a:fld id="{FB4AAE03-B067-BC4B-B4DC-EFC02FBC7F46}" type="slidenum">
              <a:rPr lang="en-US" smtClean="0"/>
              <a:t>16</a:t>
            </a:fld>
            <a:endParaRPr lang="en-US"/>
          </a:p>
        </p:txBody>
      </p:sp>
    </p:spTree>
    <p:extLst>
      <p:ext uri="{BB962C8B-B14F-4D97-AF65-F5344CB8AC3E}">
        <p14:creationId xmlns:p14="http://schemas.microsoft.com/office/powerpoint/2010/main" val="9081257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8_Title Slide">
    <p:bg>
      <p:bgRef idx="1001">
        <a:schemeClr val="bg2"/>
      </p:bgRef>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9FBF41E9-7CA9-0542-B55C-E9C30355972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AA988A5D-AEEF-47FD-939E-62D00ADE6B30}"/>
              </a:ext>
            </a:extLst>
          </p:cNvPr>
          <p:cNvGrpSpPr/>
          <p:nvPr userDrawn="1"/>
        </p:nvGrpSpPr>
        <p:grpSpPr>
          <a:xfrm>
            <a:off x="9274008" y="678594"/>
            <a:ext cx="2330418" cy="520011"/>
            <a:chOff x="2497995" y="2687207"/>
            <a:chExt cx="5762625" cy="1285875"/>
          </a:xfrm>
        </p:grpSpPr>
        <p:sp>
          <p:nvSpPr>
            <p:cNvPr id="19" name="Freeform: Shape 18">
              <a:extLst>
                <a:ext uri="{FF2B5EF4-FFF2-40B4-BE49-F238E27FC236}">
                  <a16:creationId xmlns:a16="http://schemas.microsoft.com/office/drawing/2014/main" id="{B367EA97-5AAD-47B2-ACFA-8E1EBAB18CC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1969243-7887-4069-95D3-4D2FFE553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C3BE5979-41F1-4911-A49C-F8551C78140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C9EBBC4-B445-4D01-B2F1-9F0A220E8C8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5397DA1-3136-48D3-9172-3CEBE11F369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85835855"/>
      </p:ext>
    </p:extLst>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Title Slide">
    <p:bg>
      <p:bgRef idx="1001">
        <a:schemeClr val="bg2"/>
      </p:bgRef>
    </p:bg>
    <p:spTree>
      <p:nvGrpSpPr>
        <p:cNvPr id="1" name=""/>
        <p:cNvGrpSpPr/>
        <p:nvPr/>
      </p:nvGrpSpPr>
      <p:grpSpPr>
        <a:xfrm>
          <a:off x="0" y="0"/>
          <a:ext cx="0" cy="0"/>
          <a:chOff x="0" y="0"/>
          <a:chExt cx="0" cy="0"/>
        </a:xfrm>
      </p:grpSpPr>
      <p:pic>
        <p:nvPicPr>
          <p:cNvPr id="12" name="Picture 11" descr="Background pattern&#10;&#10;Description automatically generated">
            <a:extLst>
              <a:ext uri="{FF2B5EF4-FFF2-40B4-BE49-F238E27FC236}">
                <a16:creationId xmlns:a16="http://schemas.microsoft.com/office/drawing/2014/main" id="{2BAE7AEC-46C9-F34A-9598-041067CA00A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90551" y="-590554"/>
            <a:ext cx="6857999" cy="8039103"/>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33" name="Graphic 4">
            <a:extLst>
              <a:ext uri="{FF2B5EF4-FFF2-40B4-BE49-F238E27FC236}">
                <a16:creationId xmlns:a16="http://schemas.microsoft.com/office/drawing/2014/main" id="{1D1257AF-406F-4A8F-B355-1AB33C444478}"/>
              </a:ext>
            </a:extLst>
          </p:cNvPr>
          <p:cNvGrpSpPr/>
          <p:nvPr userDrawn="1"/>
        </p:nvGrpSpPr>
        <p:grpSpPr>
          <a:xfrm>
            <a:off x="298311" y="5827455"/>
            <a:ext cx="1375944" cy="307029"/>
            <a:chOff x="2497995" y="2687207"/>
            <a:chExt cx="5762625" cy="1285875"/>
          </a:xfrm>
        </p:grpSpPr>
        <p:sp>
          <p:nvSpPr>
            <p:cNvPr id="34" name="Freeform: Shape 33">
              <a:extLst>
                <a:ext uri="{FF2B5EF4-FFF2-40B4-BE49-F238E27FC236}">
                  <a16:creationId xmlns:a16="http://schemas.microsoft.com/office/drawing/2014/main" id="{37D0A2BB-2381-4FEA-A589-717E622EC38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DFC2012-0505-48D0-8B8C-0D87280D267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220C24E-016D-4339-A9CC-34FCD5B7715F}"/>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AACAC2B-7FD8-45EE-8D67-614CE8B4454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DE62BB4-1EC3-4F10-A069-7EA91B5E6DF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128563074"/>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1054E524-EE96-9C4C-82AE-3054621F61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9"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25B3A219-0243-EA41-9B7B-EE45C6454C59}"/>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88D80543-589E-4DCA-9A7E-CDBB3FF1C34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8209807A-7909-4E62-8A13-EB02E8A054D4}"/>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282A09D-0625-4601-95E9-6F31F646A53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0D4723D-24A8-4D1D-96E8-009C9F4D38B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465A122-4DC9-490C-98FF-963CF829AC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3B073FA-C25E-4927-B37C-36FC923CC4F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60841481"/>
      </p:ext>
    </p:extLst>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7FA4913D-94CE-7240-841C-4B4804BDA5F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 name="TextBox 1">
            <a:extLst>
              <a:ext uri="{FF2B5EF4-FFF2-40B4-BE49-F238E27FC236}">
                <a16:creationId xmlns:a16="http://schemas.microsoft.com/office/drawing/2014/main" id="{67DDF3B5-271C-E842-8BD4-37FBE882DED6}"/>
              </a:ext>
            </a:extLst>
          </p:cNvPr>
          <p:cNvSpPr txBox="1"/>
          <p:nvPr userDrawn="1"/>
        </p:nvSpPr>
        <p:spPr>
          <a:xfrm>
            <a:off x="218662" y="6510130"/>
            <a:ext cx="7008650" cy="184666"/>
          </a:xfrm>
          <a:prstGeom prst="rect">
            <a:avLst/>
          </a:prstGeom>
          <a:noFill/>
        </p:spPr>
        <p:txBody>
          <a:bodyPr wrap="non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8" name="Graphic 4">
            <a:extLst>
              <a:ext uri="{FF2B5EF4-FFF2-40B4-BE49-F238E27FC236}">
                <a16:creationId xmlns:a16="http://schemas.microsoft.com/office/drawing/2014/main" id="{C7FF00BF-99DC-4DC4-9BC9-93FBFEEF656A}"/>
              </a:ext>
            </a:extLst>
          </p:cNvPr>
          <p:cNvGrpSpPr/>
          <p:nvPr userDrawn="1"/>
        </p:nvGrpSpPr>
        <p:grpSpPr>
          <a:xfrm>
            <a:off x="9274008" y="678594"/>
            <a:ext cx="2330418" cy="520011"/>
            <a:chOff x="2497995" y="2687207"/>
            <a:chExt cx="5762625" cy="1285875"/>
          </a:xfrm>
        </p:grpSpPr>
        <p:sp>
          <p:nvSpPr>
            <p:cNvPr id="9" name="Freeform: Shape 8">
              <a:extLst>
                <a:ext uri="{FF2B5EF4-FFF2-40B4-BE49-F238E27FC236}">
                  <a16:creationId xmlns:a16="http://schemas.microsoft.com/office/drawing/2014/main" id="{CDA7B5EF-1BD8-4FE6-81FA-A98EA3F9F26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0A44760-69F4-4834-9C8C-9FE83AB510B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E3C2AB95-77E6-4BE7-B21B-40D83039E71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DACDA203-7C93-4A34-8CB8-F5A9E371408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448B987-2747-4792-B5EE-FB7AA2E86A3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15902735"/>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417C77C-8EB0-874B-BF1F-06257C9B26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56593" y="-556592"/>
            <a:ext cx="6857999" cy="7971184"/>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1A4426D6-840F-45B6-8F81-878436BA1AF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68BA5F65-96F7-494C-8A6C-549A172551A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6D8BD1B-582B-49E4-BBD9-03717BC19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31F1F32-3B22-43C2-A3B5-3CDC37DA4D0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4C1654BE-C159-4F69-A811-D377F2C1969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8DF507-D6EB-4DEA-B7AA-3740F4E133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78785937"/>
      </p:ext>
    </p:extLst>
  </p:cSld>
  <p:clrMapOvr>
    <a:overrideClrMapping bg1="dk1" tx1="lt1" bg2="dk2" tx2="lt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Title Slide">
    <p:bg>
      <p:bgRef idx="1001">
        <a:schemeClr val="bg2"/>
      </p:bgRef>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8D18096-9C58-DB48-B976-A06F36A29D2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380998" y="380998"/>
            <a:ext cx="6857999" cy="6096001"/>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11" name="TextBox 10">
            <a:extLst>
              <a:ext uri="{FF2B5EF4-FFF2-40B4-BE49-F238E27FC236}">
                <a16:creationId xmlns:a16="http://schemas.microsoft.com/office/drawing/2014/main" id="{2C743FC9-13BB-D047-855F-87FEBDFC689C}"/>
              </a:ext>
            </a:extLst>
          </p:cNvPr>
          <p:cNvSpPr txBox="1"/>
          <p:nvPr userDrawn="1"/>
        </p:nvSpPr>
        <p:spPr>
          <a:xfrm>
            <a:off x="218662" y="6510129"/>
            <a:ext cx="449557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9C060139-F205-4452-8C5A-510BDCFBAD76}"/>
              </a:ext>
            </a:extLst>
          </p:cNvPr>
          <p:cNvGrpSpPr/>
          <p:nvPr userDrawn="1"/>
        </p:nvGrpSpPr>
        <p:grpSpPr>
          <a:xfrm>
            <a:off x="298311" y="5827455"/>
            <a:ext cx="1375944" cy="307029"/>
            <a:chOff x="2497995" y="2687207"/>
            <a:chExt cx="5762625" cy="1285875"/>
          </a:xfrm>
        </p:grpSpPr>
        <p:sp>
          <p:nvSpPr>
            <p:cNvPr id="16" name="Freeform: Shape 15">
              <a:extLst>
                <a:ext uri="{FF2B5EF4-FFF2-40B4-BE49-F238E27FC236}">
                  <a16:creationId xmlns:a16="http://schemas.microsoft.com/office/drawing/2014/main" id="{CCE7E097-23FD-4C65-99E5-BEFD57F08A7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009C2C-E4F1-4761-BB49-7E210CF4AC1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F882910-73F3-4DE7-B4D6-53BBA8434F60}"/>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D7EDDEF-DDE4-4AE1-9C47-F171D84F4E6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AF701F7-3CB5-4A04-84C5-20BEF24BC1E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38599684"/>
      </p:ext>
    </p:extLst>
  </p:cSld>
  <p:clrMapOvr>
    <a:overrideClrMapping bg1="dk1" tx1="lt1" bg2="dk2" tx2="lt2" accent1="accent1" accent2="accent2" accent3="accent3" accent4="accent4" accent5="accent5" accent6="accent6" hlink="hlink" folHlink="folHlink"/>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FDC529F5-347D-0C46-B6C0-390ABAD9F4F1}"/>
              </a:ext>
            </a:extLst>
          </p:cNvPr>
          <p:cNvSpPr txBox="1"/>
          <p:nvPr userDrawn="1"/>
        </p:nvSpPr>
        <p:spPr>
          <a:xfrm>
            <a:off x="218661" y="6510130"/>
            <a:ext cx="11675027"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7" name="Graphic 4">
            <a:extLst>
              <a:ext uri="{FF2B5EF4-FFF2-40B4-BE49-F238E27FC236}">
                <a16:creationId xmlns:a16="http://schemas.microsoft.com/office/drawing/2014/main" id="{C0605359-DE4D-40AA-ACC4-F7EAAB94234D}"/>
              </a:ext>
            </a:extLst>
          </p:cNvPr>
          <p:cNvGrpSpPr/>
          <p:nvPr userDrawn="1"/>
        </p:nvGrpSpPr>
        <p:grpSpPr>
          <a:xfrm>
            <a:off x="9274008" y="678594"/>
            <a:ext cx="2330418" cy="520011"/>
            <a:chOff x="2497995" y="2687207"/>
            <a:chExt cx="5762625" cy="1285875"/>
          </a:xfrm>
        </p:grpSpPr>
        <p:sp>
          <p:nvSpPr>
            <p:cNvPr id="10" name="Freeform: Shape 9">
              <a:extLst>
                <a:ext uri="{FF2B5EF4-FFF2-40B4-BE49-F238E27FC236}">
                  <a16:creationId xmlns:a16="http://schemas.microsoft.com/office/drawing/2014/main" id="{2C7817BC-D723-4B87-83E3-01F618438BF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FBEEF9-ED02-4BFB-850F-A7DF7D3F0993}"/>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6723BD-EF3A-4126-BA62-F2E96A477C2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rgbClr val="002060"/>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6BCC60-8527-4707-8B05-9C1771AE65A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rgbClr val="00206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3AC27E1-5AF9-4DF1-9B59-C5B1797B5D1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rgbClr val="00206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8319272"/>
      </p:ext>
    </p:extLst>
  </p:cSld>
  <p:clrMapOvr>
    <a:overrideClrMapping bg1="dk1" tx1="lt1" bg2="dk2" tx2="lt2" accent1="accent1" accent2="accent2" accent3="accent3" accent4="accent4" accent5="accent5" accent6="accent6" hlink="hlink" folHlink="folHlink"/>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6096000" y="0"/>
            <a:ext cx="6096000"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572678"/>
            <a:ext cx="4696218" cy="2597899"/>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3422389"/>
            <a:ext cx="4696217"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5675106" cy="0"/>
          </a:xfrm>
          <a:prstGeom prst="straightConnector1">
            <a:avLst/>
          </a:prstGeom>
          <a:noFill/>
          <a:ln w="9525" cap="flat" cmpd="sng">
            <a:solidFill>
              <a:srgbClr val="00A7E1"/>
            </a:solidFill>
            <a:prstDash val="solid"/>
            <a:round/>
            <a:headEnd type="none" w="med" len="med"/>
            <a:tailEnd type="none" w="med" len="med"/>
          </a:ln>
        </p:spPr>
      </p:cxnSp>
      <p:sp>
        <p:nvSpPr>
          <p:cNvPr id="8" name="TextBox 7">
            <a:extLst>
              <a:ext uri="{FF2B5EF4-FFF2-40B4-BE49-F238E27FC236}">
                <a16:creationId xmlns:a16="http://schemas.microsoft.com/office/drawing/2014/main" id="{201B0BA7-02D4-184F-9122-36E85877924B}"/>
              </a:ext>
            </a:extLst>
          </p:cNvPr>
          <p:cNvSpPr txBox="1"/>
          <p:nvPr userDrawn="1"/>
        </p:nvSpPr>
        <p:spPr>
          <a:xfrm>
            <a:off x="218662" y="6510129"/>
            <a:ext cx="5675106" cy="276999"/>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9" name="Graphic 4">
            <a:extLst>
              <a:ext uri="{FF2B5EF4-FFF2-40B4-BE49-F238E27FC236}">
                <a16:creationId xmlns:a16="http://schemas.microsoft.com/office/drawing/2014/main" id="{D781A195-7994-4D09-936D-F8FAAF565D7E}"/>
              </a:ext>
            </a:extLst>
          </p:cNvPr>
          <p:cNvGrpSpPr/>
          <p:nvPr userDrawn="1"/>
        </p:nvGrpSpPr>
        <p:grpSpPr>
          <a:xfrm>
            <a:off x="298311" y="5827455"/>
            <a:ext cx="1375944" cy="307029"/>
            <a:chOff x="2497995" y="2687207"/>
            <a:chExt cx="5762625" cy="1285875"/>
          </a:xfrm>
        </p:grpSpPr>
        <p:sp>
          <p:nvSpPr>
            <p:cNvPr id="12" name="Freeform: Shape 11">
              <a:extLst>
                <a:ext uri="{FF2B5EF4-FFF2-40B4-BE49-F238E27FC236}">
                  <a16:creationId xmlns:a16="http://schemas.microsoft.com/office/drawing/2014/main" id="{18D796DD-7A83-49B1-94BC-337AACFB134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1A1198B-9088-4D79-8402-E3EA1D03C41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F8D276-8249-4287-983C-3D0136D63DE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A44B308-1376-41A4-804F-C81057C6CE66}"/>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93D8C2A-7E43-48CA-9421-20427D167EE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43078583"/>
      </p:ext>
    </p:extLst>
  </p:cSld>
  <p:clrMapOvr>
    <a:overrideClrMapping bg1="dk1" tx1="lt1" bg2="dk2" tx2="lt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tx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8" name="TextBox 7">
            <a:extLst>
              <a:ext uri="{FF2B5EF4-FFF2-40B4-BE49-F238E27FC236}">
                <a16:creationId xmlns:a16="http://schemas.microsoft.com/office/drawing/2014/main" id="{35935E3B-B8A1-7849-911E-014BE2C9DF25}"/>
              </a:ext>
            </a:extLst>
          </p:cNvPr>
          <p:cNvSpPr txBox="1"/>
          <p:nvPr userDrawn="1"/>
        </p:nvSpPr>
        <p:spPr>
          <a:xfrm>
            <a:off x="218662" y="6510129"/>
            <a:ext cx="7645178"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1" name="Graphic 4">
            <a:extLst>
              <a:ext uri="{FF2B5EF4-FFF2-40B4-BE49-F238E27FC236}">
                <a16:creationId xmlns:a16="http://schemas.microsoft.com/office/drawing/2014/main" id="{1933F728-2694-4C8D-8A4A-20A42F02F634}"/>
              </a:ext>
            </a:extLst>
          </p:cNvPr>
          <p:cNvGrpSpPr/>
          <p:nvPr userDrawn="1"/>
        </p:nvGrpSpPr>
        <p:grpSpPr>
          <a:xfrm>
            <a:off x="298311" y="5827455"/>
            <a:ext cx="1375944" cy="307029"/>
            <a:chOff x="2497995" y="2687207"/>
            <a:chExt cx="5762625" cy="1285875"/>
          </a:xfrm>
        </p:grpSpPr>
        <p:sp>
          <p:nvSpPr>
            <p:cNvPr id="13" name="Freeform: Shape 12">
              <a:extLst>
                <a:ext uri="{FF2B5EF4-FFF2-40B4-BE49-F238E27FC236}">
                  <a16:creationId xmlns:a16="http://schemas.microsoft.com/office/drawing/2014/main" id="{43BDC86F-18E3-4EA9-9BE4-6371B199D42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9F12E5F-FC5E-4B7B-BAB6-B1CEF3F5A08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AA20F8B-C3C9-4D4A-B994-F1D7CB9D7D62}"/>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2"/>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45968A8-5C86-4EC0-81E8-EA3966571BD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487694-0371-4FDB-9884-8F9A5D0F7B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2"/>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60832970"/>
      </p:ext>
    </p:extLst>
  </p:cSld>
  <p:clrMapOvr>
    <a:overrideClrMapping bg1="dk1" tx1="lt1" bg2="dk2" tx2="lt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divider_2">
    <p:bg>
      <p:bgPr>
        <a:solidFill>
          <a:schemeClr val="accent4"/>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9731A44F-9F1C-9D40-979B-56C70EC36DFA}"/>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7A305B2-072C-704B-87AC-ED59EA2562EF}"/>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62B17A8-0202-B44A-BCE9-2CA0E45820C7}"/>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9F4541D4-C9E1-4568-8BAA-B5E2AAEB4C5F}"/>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4618086-6C9F-47D8-B5BD-126E0F97AE1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3E4496B-9BAF-44ED-90FF-E40ABD0F75C9}"/>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9518FAC-3E47-4236-BD04-003DCD5A0C5B}"/>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9CE5685-5F98-49D1-9E27-CD8AC8CBBDC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39BBF6C-FBC2-4A80-98D1-201544444D5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94869258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400" y="1164910"/>
            <a:ext cx="5398584" cy="783153"/>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Agenda</a:t>
            </a:r>
          </a:p>
        </p:txBody>
      </p:sp>
      <p:sp>
        <p:nvSpPr>
          <p:cNvPr id="14" name="Text Placeholder 13">
            <a:extLst>
              <a:ext uri="{FF2B5EF4-FFF2-40B4-BE49-F238E27FC236}">
                <a16:creationId xmlns:a16="http://schemas.microsoft.com/office/drawing/2014/main" id="{B602C975-82B9-F34D-9159-B811AB56E37E}"/>
              </a:ext>
            </a:extLst>
          </p:cNvPr>
          <p:cNvSpPr>
            <a:spLocks noGrp="1"/>
          </p:cNvSpPr>
          <p:nvPr>
            <p:ph type="body" sz="quarter" idx="11" hasCustomPrompt="1"/>
          </p:nvPr>
        </p:nvSpPr>
        <p:spPr>
          <a:xfrm>
            <a:off x="6210804" y="1165226"/>
            <a:ext cx="5398584" cy="4731992"/>
          </a:xfrm>
          <a:prstGeom prst="rect">
            <a:avLst/>
          </a:prstGeom>
        </p:spPr>
        <p:txBody>
          <a:bodyPr/>
          <a:lstStyle>
            <a:lvl1pPr marL="514350" indent="-514350">
              <a:buFont typeface="+mj-lt"/>
              <a:buAutoNum type="arabicPeriod"/>
              <a:defRPr sz="2000">
                <a:solidFill>
                  <a:schemeClr val="accent1"/>
                </a:solidFill>
                <a:latin typeface="Ubuntu" panose="020B0504030602030204" pitchFamily="34" charset="0"/>
              </a:defRPr>
            </a:lvl1pPr>
            <a:lvl2pPr marL="914400" indent="-457200">
              <a:buFont typeface="+mj-lt"/>
              <a:buAutoNum type="arabicPeriod"/>
              <a:defRPr>
                <a:latin typeface="Ubuntu" panose="020B0504030602030204" pitchFamily="34" charset="0"/>
              </a:defRPr>
            </a:lvl2pPr>
            <a:lvl3pPr marL="1371600" indent="-457200">
              <a:buFont typeface="+mj-lt"/>
              <a:buAutoNum type="arabicPeriod"/>
              <a:defRPr>
                <a:latin typeface="Ubuntu" panose="020B0504030602030204" pitchFamily="34" charset="0"/>
              </a:defRPr>
            </a:lvl3pPr>
            <a:lvl4pPr marL="1714500" indent="-342900">
              <a:buFont typeface="+mj-lt"/>
              <a:buAutoNum type="arabicPeriod"/>
              <a:defRPr>
                <a:latin typeface="Ubuntu" panose="020B0504030602030204" pitchFamily="34" charset="0"/>
              </a:defRPr>
            </a:lvl4pPr>
            <a:lvl5pPr marL="2171700" indent="-342900">
              <a:buFont typeface="+mj-lt"/>
              <a:buAutoNum type="arabicPeriod"/>
              <a:defRPr>
                <a:latin typeface="Ubuntu" panose="020B0504030602030204" pitchFamily="34" charset="0"/>
              </a:defRPr>
            </a:lvl5pPr>
          </a:lstStyle>
          <a:p>
            <a:r>
              <a:rPr lang="en-SG" err="1"/>
              <a:t>Sed accumsan quam vitae ligula tincidunt tristique.</a:t>
            </a:r>
          </a:p>
          <a:p>
            <a:r>
              <a:rPr lang="en-SG"/>
              <a:t>Nam ac eros ac purus sagittis viverra.</a:t>
            </a:r>
          </a:p>
          <a:p>
            <a:r>
              <a:rPr lang="en-SG"/>
              <a:t>Maecenas rhoncus nibh eu ligula sagittis, sed efficitur risus semper.</a:t>
            </a:r>
          </a:p>
          <a:p>
            <a:r>
              <a:rPr lang="en-SG"/>
              <a:t>Aenean interdum nibh et ex mattis blandit.</a:t>
            </a:r>
          </a:p>
          <a:p>
            <a:r>
              <a:rPr lang="en-SG" err="1"/>
              <a:t>Sed sit amet nunc sed enim lobortis fringilla.</a:t>
            </a:r>
          </a:p>
        </p:txBody>
      </p:sp>
      <p:sp>
        <p:nvSpPr>
          <p:cNvPr id="18" name="Google Shape;64;p14">
            <a:extLst>
              <a:ext uri="{FF2B5EF4-FFF2-40B4-BE49-F238E27FC236}">
                <a16:creationId xmlns:a16="http://schemas.microsoft.com/office/drawing/2014/main" id="{7CC5842D-1B5F-1745-BA09-C2C13764642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9" name="Google Shape;65;p14">
            <a:extLst>
              <a:ext uri="{FF2B5EF4-FFF2-40B4-BE49-F238E27FC236}">
                <a16:creationId xmlns:a16="http://schemas.microsoft.com/office/drawing/2014/main" id="{7BA17C6F-E79C-404A-A3BC-1FA9D44ED745}"/>
              </a:ext>
            </a:extLst>
          </p:cNvPr>
          <p:cNvCxnSpPr/>
          <p:nvPr userDrawn="1"/>
        </p:nvCxnSpPr>
        <p:spPr>
          <a:xfrm>
            <a:off x="298311" y="6407566"/>
            <a:ext cx="11595378" cy="0"/>
          </a:xfrm>
          <a:prstGeom prst="straightConnector1">
            <a:avLst/>
          </a:prstGeom>
          <a:noFill/>
          <a:ln w="9525" cap="flat" cmpd="sng">
            <a:solidFill>
              <a:schemeClr val="tx1"/>
            </a:solidFill>
            <a:prstDash val="solid"/>
            <a:round/>
            <a:headEnd type="none" w="med" len="med"/>
            <a:tailEnd type="none" w="med" len="med"/>
          </a:ln>
        </p:spPr>
      </p:cxnSp>
      <p:sp>
        <p:nvSpPr>
          <p:cNvPr id="20" name="TextBox 19">
            <a:extLst>
              <a:ext uri="{FF2B5EF4-FFF2-40B4-BE49-F238E27FC236}">
                <a16:creationId xmlns:a16="http://schemas.microsoft.com/office/drawing/2014/main" id="{360E05A3-2EDA-7E4A-B617-2E84CDBDC99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1"/>
                </a:solidFill>
                <a:latin typeface="Ubuntu" panose="020B0504030602030204" pitchFamily="34" charset="0"/>
              </a:rPr>
              <a:pPr algn="r"/>
              <a:t>‹#›</a:t>
            </a:fld>
            <a:endParaRPr lang="en-US" sz="600">
              <a:solidFill>
                <a:schemeClr val="tx1"/>
              </a:solidFill>
              <a:latin typeface="Ubuntu" panose="020B0504030602030204" pitchFamily="34" charset="0"/>
            </a:endParaRPr>
          </a:p>
        </p:txBody>
      </p:sp>
      <p:cxnSp>
        <p:nvCxnSpPr>
          <p:cNvPr id="23" name="Straight Connector 22">
            <a:extLst>
              <a:ext uri="{FF2B5EF4-FFF2-40B4-BE49-F238E27FC236}">
                <a16:creationId xmlns:a16="http://schemas.microsoft.com/office/drawing/2014/main" id="{C479E925-2F4D-8D49-B361-CE649FC723B8}"/>
              </a:ext>
            </a:extLst>
          </p:cNvPr>
          <p:cNvCxnSpPr/>
          <p:nvPr userDrawn="1"/>
        </p:nvCxnSpPr>
        <p:spPr>
          <a:xfrm flipH="1">
            <a:off x="1076460" y="6461919"/>
            <a:ext cx="0" cy="24710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aphic 4">
            <a:extLst>
              <a:ext uri="{FF2B5EF4-FFF2-40B4-BE49-F238E27FC236}">
                <a16:creationId xmlns:a16="http://schemas.microsoft.com/office/drawing/2014/main" id="{290072D3-41B4-47A9-B51A-5400D022F8F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9B3FD924-6CC2-4B5C-8CC5-9BC873824A8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07E353A-21D1-43E3-92A1-10EAEDD9731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CAE1B86-D3CA-4345-9F1E-A7EBD22D6F5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AF522DF-F0DE-4196-ABD9-DAC7B08FDABC}"/>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6BAA31-2EA4-48B0-8A99-18DB8C97912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928761803"/>
      </p:ext>
    </p:extLst>
  </p:cSld>
  <p:clrMapOvr>
    <a:overrideClrMapping bg1="dk1" tx1="lt1" bg2="dk2" tx2="lt2" accent1="accent1" accent2="accent2" accent3="accent3" accent4="accent4" accent5="accent5" accent6="accent6" hlink="hlink" folHlink="folHlink"/>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FDB5EAC4-F3C3-7543-82F1-FF356039CF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2E0462F4-6B7A-E746-B632-282B9F95343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4D12A909-0C03-ED41-9457-950D54BBFFA1}"/>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3D41492D-AC8E-1849-8763-0C32EFE32BDE}"/>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16BE1E2-3FC2-4A5D-AB73-CF12163B4712}"/>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286D1707-0885-4ABA-AD39-AE792CAF1157}"/>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987C44F-6B75-41FA-9424-1E391EC27FB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8434ED5-8125-4A19-826D-DA43C20516E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2B1BFB9-0157-43B2-9FB8-F58C862F40D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5ADA3F-E976-4AFB-8167-FD654C40A348}"/>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9430825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divider_3">
    <p:bg>
      <p:bgPr>
        <a:solidFill>
          <a:schemeClr val="accent2"/>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60" y="6395991"/>
            <a:ext cx="4216500" cy="3936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lang="en-SG" sz="600" kern="1200">
              <a:solidFill>
                <a:schemeClr val="bg1"/>
              </a:solidFill>
              <a:effectLst/>
              <a:latin typeface="Ubuntu" panose="020B0504030602030204" pitchFamily="34" charset="0"/>
              <a:ea typeface="+mn-ea"/>
              <a:cs typeface="+mn-cs"/>
            </a:endParaRP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4715C81-3C41-D54C-AE7B-612698F325E5}"/>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1" name="Graphic 4">
            <a:extLst>
              <a:ext uri="{FF2B5EF4-FFF2-40B4-BE49-F238E27FC236}">
                <a16:creationId xmlns:a16="http://schemas.microsoft.com/office/drawing/2014/main" id="{A7C4CA96-37FB-4C5D-B156-54E3E44595B9}"/>
              </a:ext>
            </a:extLst>
          </p:cNvPr>
          <p:cNvGrpSpPr/>
          <p:nvPr userDrawn="1"/>
        </p:nvGrpSpPr>
        <p:grpSpPr>
          <a:xfrm>
            <a:off x="270243" y="6517798"/>
            <a:ext cx="724037" cy="161562"/>
            <a:chOff x="2497995" y="2687207"/>
            <a:chExt cx="5762625" cy="1285875"/>
          </a:xfrm>
        </p:grpSpPr>
        <p:sp>
          <p:nvSpPr>
            <p:cNvPr id="22" name="Freeform: Shape 21">
              <a:extLst>
                <a:ext uri="{FF2B5EF4-FFF2-40B4-BE49-F238E27FC236}">
                  <a16:creationId xmlns:a16="http://schemas.microsoft.com/office/drawing/2014/main" id="{26951F4D-E50A-4838-B007-E53EE5DB4FB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E773A21-7951-4F51-B7D8-D72D355CCF4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843CD98-00B0-4F4F-874F-77E6203F60BD}"/>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C2623F-434A-4DB2-8580-EEBD73F444B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A406679-A5D9-49BA-964A-F139524E1C2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79557876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4"/>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9731A44F-9F1C-9D40-979B-56C70EC36DFA}"/>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A31AF56-2745-F94D-9917-4C5E1A219220}"/>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7A305B2-072C-704B-87AC-ED59EA2562EF}"/>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Google Shape;64;p14">
            <a:extLst>
              <a:ext uri="{FF2B5EF4-FFF2-40B4-BE49-F238E27FC236}">
                <a16:creationId xmlns:a16="http://schemas.microsoft.com/office/drawing/2014/main" id="{962B17A8-0202-B44A-BCE9-2CA0E45820C7}"/>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9F4541D4-C9E1-4568-8BAA-B5E2AAEB4C5F}"/>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4618086-6C9F-47D8-B5BD-126E0F97AE1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3E4496B-9BAF-44ED-90FF-E40ABD0F75C9}"/>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9518FAC-3E47-4236-BD04-003DCD5A0C5B}"/>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9CE5685-5F98-49D1-9E27-CD8AC8CBBDC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39BBF6C-FBC2-4A80-98D1-201544444D5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3281093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5"/>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tx2"/>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tx2"/>
                </a:solidFill>
                <a:latin typeface="Ubuntu" panose="020B0504030602030204" pitchFamily="34" charset="0"/>
              </a:rPr>
              <a:pPr algn="r"/>
              <a:t>‹#›</a:t>
            </a:fld>
            <a:endParaRPr lang="en-US" sz="600">
              <a:solidFill>
                <a:schemeClr val="tx2"/>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7DE89196-85ED-A843-BD5C-973DBCB51D38}"/>
              </a:ext>
            </a:extLst>
          </p:cNvPr>
          <p:cNvSpPr txBox="1"/>
          <p:nvPr userDrawn="1"/>
        </p:nvSpPr>
        <p:spPr>
          <a:xfrm>
            <a:off x="1076459" y="6395991"/>
            <a:ext cx="941881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20" name="Graphic 4">
            <a:extLst>
              <a:ext uri="{FF2B5EF4-FFF2-40B4-BE49-F238E27FC236}">
                <a16:creationId xmlns:a16="http://schemas.microsoft.com/office/drawing/2014/main" id="{AB9EBA46-D479-4CCE-B014-52F51C20E895}"/>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D9B84618-8FC9-4DFE-8FBF-8FE4316C37DE}"/>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893ECA7-4D1C-4F8B-9141-EF87BB6CE23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CA42702-9EE5-4F6D-ADD7-24CE4E15C4B6}"/>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3CB3162-FD50-4A6A-A3D0-3D81A4BFB257}"/>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7078597-1B13-4BB5-B07B-64EF0FB5C75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7279234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89E0AE5D-D3B2-46EF-8C6F-AE1AE225BF74}"/>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A7A2C464-9237-4A7A-BB11-7E699826E35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BB4FCB1-FC72-439B-907F-F53F2C090F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97B2CE9-AE45-47F3-BF37-B9BFBCAC91B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39C336D-D3B7-4068-85A3-4AD916804EF5}"/>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938C117-B27B-46A6-AAA5-72B62AD39B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2549480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divider_3">
    <p:bg>
      <p:bgPr>
        <a:solidFill>
          <a:schemeClr val="accent6"/>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8" name="Google Shape;64;p14">
            <a:extLst>
              <a:ext uri="{FF2B5EF4-FFF2-40B4-BE49-F238E27FC236}">
                <a16:creationId xmlns:a16="http://schemas.microsoft.com/office/drawing/2014/main" id="{F5746FB9-EA8F-9A4A-AA73-226FCE96A3CC}"/>
              </a:ext>
            </a:extLst>
          </p:cNvPr>
          <p:cNvSpPr txBox="1"/>
          <p:nvPr userDrawn="1"/>
        </p:nvSpPr>
        <p:spPr>
          <a:xfrm>
            <a:off x="1076459" y="6395991"/>
            <a:ext cx="1037385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0" name="Google Shape;65;p14">
            <a:extLst>
              <a:ext uri="{FF2B5EF4-FFF2-40B4-BE49-F238E27FC236}">
                <a16:creationId xmlns:a16="http://schemas.microsoft.com/office/drawing/2014/main" id="{2DD4BFA7-19C8-B342-B1C5-D6FD2859855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F2544760-7626-0C48-921E-0E9A007081A8}"/>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DF889B5A-0DBA-DA4A-9613-BB6EECCF4536}"/>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F57998B-72D7-400D-990C-B75A9323273F}"/>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9AC61291-80FA-4743-81C3-A9AEB174EC89}"/>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2779C99-BBF8-4337-A1C4-061B3C7FC5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6169C8E-4534-44FE-8CBE-F1BBD84730D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7333C0-6859-4526-8277-6C18F1D2B15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47186D9-6B04-4C52-B4C4-272AAD61627E}"/>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57141554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divider_3">
    <p:bg>
      <p:bgPr>
        <a:solidFill>
          <a:schemeClr val="accent1"/>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Graphic 4">
            <a:extLst>
              <a:ext uri="{FF2B5EF4-FFF2-40B4-BE49-F238E27FC236}">
                <a16:creationId xmlns:a16="http://schemas.microsoft.com/office/drawing/2014/main" id="{BF9997A0-6952-4384-95AB-6466C0BBE4E4}"/>
              </a:ext>
            </a:extLst>
          </p:cNvPr>
          <p:cNvGrpSpPr/>
          <p:nvPr userDrawn="1"/>
        </p:nvGrpSpPr>
        <p:grpSpPr>
          <a:xfrm>
            <a:off x="270243" y="6517798"/>
            <a:ext cx="724037" cy="161562"/>
            <a:chOff x="2497995" y="2687207"/>
            <a:chExt cx="5762625" cy="1285875"/>
          </a:xfrm>
          <a:solidFill>
            <a:schemeClr val="bg1"/>
          </a:solidFill>
        </p:grpSpPr>
        <p:sp>
          <p:nvSpPr>
            <p:cNvPr id="10" name="Freeform: Shape 9">
              <a:extLst>
                <a:ext uri="{FF2B5EF4-FFF2-40B4-BE49-F238E27FC236}">
                  <a16:creationId xmlns:a16="http://schemas.microsoft.com/office/drawing/2014/main" id="{D4F6A8FC-16C8-4AD8-ADD7-523462F568C2}"/>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8849092-6632-44B6-925D-7A97C422D1F1}"/>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C685B86C-CCA5-499F-859A-46F662A7EF64}"/>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420CB65-881D-41F8-8258-71A3B4F86A5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E83BC1B-DADB-4871-9458-B076F6B1F3F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03724131"/>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divider_3">
    <p:bg>
      <p:bgPr>
        <a:solidFill>
          <a:schemeClr val="accent3"/>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4217E6F-E945-B741-869A-11970748BC7E}"/>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6" name="Picture Placeholder 5">
            <a:extLst>
              <a:ext uri="{FF2B5EF4-FFF2-40B4-BE49-F238E27FC236}">
                <a16:creationId xmlns:a16="http://schemas.microsoft.com/office/drawing/2014/main" id="{B38B1D69-A1DE-3540-866D-59CE5DBD495B}"/>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3" name="Google Shape;64;p14">
            <a:extLst>
              <a:ext uri="{FF2B5EF4-FFF2-40B4-BE49-F238E27FC236}">
                <a16:creationId xmlns:a16="http://schemas.microsoft.com/office/drawing/2014/main" id="{1C9779EF-9B8E-E14A-A0FC-86E78BECE9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4" name="Google Shape;65;p14">
            <a:extLst>
              <a:ext uri="{FF2B5EF4-FFF2-40B4-BE49-F238E27FC236}">
                <a16:creationId xmlns:a16="http://schemas.microsoft.com/office/drawing/2014/main" id="{80DFFFFB-E963-074D-A4D4-318C94F5DE68}"/>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0C6596FD-BF5A-DA46-9DB8-8330896AB650}"/>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Graphic 4">
            <a:extLst>
              <a:ext uri="{FF2B5EF4-FFF2-40B4-BE49-F238E27FC236}">
                <a16:creationId xmlns:a16="http://schemas.microsoft.com/office/drawing/2014/main" id="{79BA7D10-4757-436A-8C09-E133A7F111F1}"/>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F591BFF9-D792-4AF8-ACB1-FCC09C632E9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98C6562-5A22-4381-814B-6CCB5F61EE9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7F5E4DE-2E65-49C8-8B19-05A759D930F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7C5D5D8-CAE2-4A5B-B049-E4CEE0DB959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783763D-FDB5-476F-9DA5-C6226F6DEA02}"/>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25122721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divider_3">
    <p:bg>
      <p:bgPr>
        <a:solidFill>
          <a:schemeClr val="accent2"/>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B6693618-A44F-E347-9857-26B9F756C893}"/>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E8EB370-14C3-374A-8B05-C964404D9BD6}"/>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CF948EC8-A6F9-4444-8721-6E0549A693F1}"/>
              </a:ext>
            </a:extLst>
          </p:cNvPr>
          <p:cNvSpPr txBox="1"/>
          <p:nvPr userDrawn="1"/>
        </p:nvSpPr>
        <p:spPr>
          <a:xfrm>
            <a:off x="1076459" y="6395991"/>
            <a:ext cx="448986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18124C8F-E9AC-F84F-97C8-3CCCA089E45F}"/>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523BC8AD-4651-2149-A9F5-3541B2E9BB75}"/>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6367DE86-1680-420F-AB6E-99AC884D3490}"/>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0E9B03DF-CA6F-4225-8116-75FE0F264C0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194FAAF-DE26-48C0-8522-BB735A69803B}"/>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817D64-9690-4D47-993D-A5CFF989726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04BB4D5-7EA7-4A84-BC80-7290CF76F89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3D4E17C-1A2C-461D-95B7-24C116877501}"/>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31830254"/>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vider_2">
    <p:bg>
      <p:bgPr>
        <a:solidFill>
          <a:schemeClr val="accent4"/>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96BD9331-23E0-4ADE-898A-8BBB24F52899}"/>
              </a:ext>
            </a:extLst>
          </p:cNvPr>
          <p:cNvGrpSpPr/>
          <p:nvPr userDrawn="1"/>
        </p:nvGrpSpPr>
        <p:grpSpPr>
          <a:xfrm>
            <a:off x="270243" y="6517798"/>
            <a:ext cx="724037" cy="161562"/>
            <a:chOff x="2497995" y="2687207"/>
            <a:chExt cx="5762625" cy="1285875"/>
          </a:xfrm>
          <a:solidFill>
            <a:schemeClr val="bg1"/>
          </a:solidFill>
        </p:grpSpPr>
        <p:sp>
          <p:nvSpPr>
            <p:cNvPr id="21" name="Freeform: Shape 20">
              <a:extLst>
                <a:ext uri="{FF2B5EF4-FFF2-40B4-BE49-F238E27FC236}">
                  <a16:creationId xmlns:a16="http://schemas.microsoft.com/office/drawing/2014/main" id="{EB552690-BC70-4488-8AE6-C31EF6B2EEBD}"/>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539346E-A419-4B95-AAA2-9D6AC6A0E3A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AACADE8-EA17-449C-B024-AF5986525BA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EE11BA0-E08E-4AF4-AECB-EC4CC91C8CCF}"/>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9E95673-1AE9-4B5A-8478-A179CC7610B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8828675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divider_3">
    <p:bg>
      <p:bgPr>
        <a:solidFill>
          <a:schemeClr val="accent5"/>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13C133EF-2FC5-AB48-887B-95D54302CEBC}"/>
              </a:ext>
            </a:extLst>
          </p:cNvPr>
          <p:cNvSpPr>
            <a:spLocks noGrp="1"/>
          </p:cNvSpPr>
          <p:nvPr>
            <p:ph type="body" sz="quarter" idx="10" hasCustomPrompt="1"/>
          </p:nvPr>
        </p:nvSpPr>
        <p:spPr>
          <a:xfrm>
            <a:off x="591399" y="572679"/>
            <a:ext cx="4489887" cy="2010266"/>
          </a:xfrm>
          <a:prstGeom prst="rect">
            <a:avLst/>
          </a:prstGeom>
          <a:ln>
            <a:noFill/>
          </a:ln>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AD27BAE1-B3AD-324F-B750-59315F7EF4CA}"/>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4" name="Google Shape;64;p14">
            <a:extLst>
              <a:ext uri="{FF2B5EF4-FFF2-40B4-BE49-F238E27FC236}">
                <a16:creationId xmlns:a16="http://schemas.microsoft.com/office/drawing/2014/main" id="{BC7E5689-F233-7B49-A402-9C3573AC4B08}"/>
              </a:ext>
            </a:extLst>
          </p:cNvPr>
          <p:cNvSpPr txBox="1"/>
          <p:nvPr userDrawn="1"/>
        </p:nvSpPr>
        <p:spPr>
          <a:xfrm>
            <a:off x="1076459" y="6395991"/>
            <a:ext cx="4489879"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tx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6" name="Google Shape;65;p14">
            <a:extLst>
              <a:ext uri="{FF2B5EF4-FFF2-40B4-BE49-F238E27FC236}">
                <a16:creationId xmlns:a16="http://schemas.microsoft.com/office/drawing/2014/main" id="{9CE101FC-B5BA-EF44-9E84-BE1459CD348B}"/>
              </a:ext>
            </a:extLst>
          </p:cNvPr>
          <p:cNvCxnSpPr/>
          <p:nvPr userDrawn="1"/>
        </p:nvCxnSpPr>
        <p:spPr>
          <a:xfrm>
            <a:off x="298311" y="6407566"/>
            <a:ext cx="5685800" cy="0"/>
          </a:xfrm>
          <a:prstGeom prst="straightConnector1">
            <a:avLst/>
          </a:prstGeom>
          <a:noFill/>
          <a:ln w="9525" cap="flat" cmpd="sng">
            <a:solidFill>
              <a:schemeClr val="tx2"/>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707A4633-8B73-BE44-9B9D-420F3BE1856F}"/>
              </a:ext>
            </a:extLst>
          </p:cNvPr>
          <p:cNvCxnSpPr/>
          <p:nvPr userDrawn="1"/>
        </p:nvCxnSpPr>
        <p:spPr>
          <a:xfrm flipH="1">
            <a:off x="1076460" y="6461919"/>
            <a:ext cx="0" cy="247106"/>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0" name="Graphic 4">
            <a:extLst>
              <a:ext uri="{FF2B5EF4-FFF2-40B4-BE49-F238E27FC236}">
                <a16:creationId xmlns:a16="http://schemas.microsoft.com/office/drawing/2014/main" id="{079E23C5-9E18-40A5-BF77-ADEB6EF7835B}"/>
              </a:ext>
            </a:extLst>
          </p:cNvPr>
          <p:cNvGrpSpPr/>
          <p:nvPr userDrawn="1"/>
        </p:nvGrpSpPr>
        <p:grpSpPr>
          <a:xfrm>
            <a:off x="270243" y="6517798"/>
            <a:ext cx="724037" cy="161562"/>
            <a:chOff x="2497995" y="2687207"/>
            <a:chExt cx="5762625" cy="1285875"/>
          </a:xfrm>
        </p:grpSpPr>
        <p:sp>
          <p:nvSpPr>
            <p:cNvPr id="21" name="Freeform: Shape 20">
              <a:extLst>
                <a:ext uri="{FF2B5EF4-FFF2-40B4-BE49-F238E27FC236}">
                  <a16:creationId xmlns:a16="http://schemas.microsoft.com/office/drawing/2014/main" id="{2A6EFC21-7F1F-4233-B1C7-616DEC8DF79C}"/>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91E9752-3077-4D2A-91E4-B59BB60E5DB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DCB9ACF-4B2C-410C-9E8C-4FBA15A5233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302EC6DB-C2AA-49C2-B20E-E1DDE30F509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E0CB2B8-44B7-46CD-82E0-73D49761657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4688688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divider_2">
    <p:bg>
      <p:bgPr>
        <a:solidFill>
          <a:schemeClr val="accent6"/>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44708338-9194-DE4E-9A93-BFE454D9EA90}"/>
              </a:ext>
            </a:extLst>
          </p:cNvPr>
          <p:cNvSpPr>
            <a:spLocks noGrp="1"/>
          </p:cNvSpPr>
          <p:nvPr>
            <p:ph type="body" sz="quarter" idx="10" hasCustomPrompt="1"/>
          </p:nvPr>
        </p:nvSpPr>
        <p:spPr>
          <a:xfrm>
            <a:off x="591399" y="572679"/>
            <a:ext cx="4489887"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Divider title goes here</a:t>
            </a:r>
          </a:p>
        </p:txBody>
      </p:sp>
      <p:sp>
        <p:nvSpPr>
          <p:cNvPr id="13" name="Picture Placeholder 5">
            <a:extLst>
              <a:ext uri="{FF2B5EF4-FFF2-40B4-BE49-F238E27FC236}">
                <a16:creationId xmlns:a16="http://schemas.microsoft.com/office/drawing/2014/main" id="{C717EBA5-697C-3244-AED7-DA57BFD0622F}"/>
              </a:ext>
            </a:extLst>
          </p:cNvPr>
          <p:cNvSpPr>
            <a:spLocks noGrp="1"/>
          </p:cNvSpPr>
          <p:nvPr>
            <p:ph type="pic" sz="quarter" idx="11"/>
          </p:nvPr>
        </p:nvSpPr>
        <p:spPr>
          <a:xfrm>
            <a:off x="6096000" y="0"/>
            <a:ext cx="6096000" cy="6858000"/>
          </a:xfrm>
          <a:prstGeom prst="rect">
            <a:avLst/>
          </a:prstGeom>
        </p:spPr>
        <p:txBody>
          <a:bodyPr/>
          <a:lstStyle/>
          <a:p>
            <a:endParaRPr lang="en-US"/>
          </a:p>
        </p:txBody>
      </p:sp>
      <p:sp>
        <p:nvSpPr>
          <p:cNvPr id="16" name="Google Shape;64;p14">
            <a:extLst>
              <a:ext uri="{FF2B5EF4-FFF2-40B4-BE49-F238E27FC236}">
                <a16:creationId xmlns:a16="http://schemas.microsoft.com/office/drawing/2014/main" id="{1FC22C5B-10E3-F443-9014-9A1997A18802}"/>
              </a:ext>
            </a:extLst>
          </p:cNvPr>
          <p:cNvSpPr txBox="1"/>
          <p:nvPr userDrawn="1"/>
        </p:nvSpPr>
        <p:spPr>
          <a:xfrm>
            <a:off x="1076459" y="6395991"/>
            <a:ext cx="4489885"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cxnSp>
        <p:nvCxnSpPr>
          <p:cNvPr id="17" name="Google Shape;65;p14">
            <a:extLst>
              <a:ext uri="{FF2B5EF4-FFF2-40B4-BE49-F238E27FC236}">
                <a16:creationId xmlns:a16="http://schemas.microsoft.com/office/drawing/2014/main" id="{B14104A6-8FE6-8D47-8E18-30850C97CCD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9" name="Straight Connector 18">
            <a:extLst>
              <a:ext uri="{FF2B5EF4-FFF2-40B4-BE49-F238E27FC236}">
                <a16:creationId xmlns:a16="http://schemas.microsoft.com/office/drawing/2014/main" id="{3048A61A-2F09-9547-B0C9-4841681C317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Graphic 4">
            <a:extLst>
              <a:ext uri="{FF2B5EF4-FFF2-40B4-BE49-F238E27FC236}">
                <a16:creationId xmlns:a16="http://schemas.microsoft.com/office/drawing/2014/main" id="{2FDF0A0E-F0DA-4964-B2DC-B8A44E9BC711}"/>
              </a:ext>
            </a:extLst>
          </p:cNvPr>
          <p:cNvGrpSpPr/>
          <p:nvPr userDrawn="1"/>
        </p:nvGrpSpPr>
        <p:grpSpPr>
          <a:xfrm>
            <a:off x="270243" y="6517798"/>
            <a:ext cx="724037" cy="161562"/>
            <a:chOff x="2497995" y="2687207"/>
            <a:chExt cx="5762625" cy="1285875"/>
          </a:xfrm>
          <a:solidFill>
            <a:schemeClr val="bg1"/>
          </a:solidFill>
        </p:grpSpPr>
        <p:sp>
          <p:nvSpPr>
            <p:cNvPr id="11" name="Freeform: Shape 10">
              <a:extLst>
                <a:ext uri="{FF2B5EF4-FFF2-40B4-BE49-F238E27FC236}">
                  <a16:creationId xmlns:a16="http://schemas.microsoft.com/office/drawing/2014/main" id="{815EF71F-C53E-4A1D-9AE4-948A0734CF9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3654541-9AF9-47A5-9491-6C479A6621E5}"/>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FD83FFE-E9B7-47F0-B632-8573ED5BA82A}"/>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32095E7-34E3-4323-A97C-2E45C0B249C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0A9193D-E791-40DD-A0CB-241069DC833A}"/>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63909553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Slide">
    <p:bg>
      <p:bgRef idx="1001">
        <a:schemeClr val="bg2"/>
      </p:bgRef>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417C77C-8EB0-874B-BF1F-06257C9B26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556593" y="-556592"/>
            <a:ext cx="6857999" cy="7971184"/>
          </a:xfrm>
          <a:prstGeom prst="rect">
            <a:avLst/>
          </a:prstGeom>
        </p:spPr>
      </p:pic>
      <p:sp>
        <p:nvSpPr>
          <p:cNvPr id="10" name="Picture Placeholder 9">
            <a:extLst>
              <a:ext uri="{FF2B5EF4-FFF2-40B4-BE49-F238E27FC236}">
                <a16:creationId xmlns:a16="http://schemas.microsoft.com/office/drawing/2014/main" id="{4E114E41-DA55-BB47-8599-0093FC827A13}"/>
              </a:ext>
            </a:extLst>
          </p:cNvPr>
          <p:cNvSpPr>
            <a:spLocks noGrp="1"/>
          </p:cNvSpPr>
          <p:nvPr>
            <p:ph type="pic" sz="quarter" idx="13"/>
          </p:nvPr>
        </p:nvSpPr>
        <p:spPr>
          <a:xfrm>
            <a:off x="7971183" y="0"/>
            <a:ext cx="4220817" cy="6858000"/>
          </a:xfrm>
          <a:prstGeom prst="rect">
            <a:avLst/>
          </a:prstGeom>
        </p:spPr>
        <p:txBody>
          <a:bodyPr/>
          <a:lstStyle/>
          <a:p>
            <a:r>
              <a:rPr lang="en-US"/>
              <a:t>Click icon to add picture</a:t>
            </a:r>
          </a:p>
        </p:txBody>
      </p:sp>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8"/>
            <a:ext cx="6594591" cy="1951861"/>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tx1"/>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7464150" cy="0"/>
          </a:xfrm>
          <a:prstGeom prst="straightConnector1">
            <a:avLst/>
          </a:prstGeom>
          <a:noFill/>
          <a:ln w="9525" cap="flat" cmpd="sng">
            <a:solidFill>
              <a:srgbClr val="00A7E1"/>
            </a:solidFill>
            <a:prstDash val="solid"/>
            <a:round/>
            <a:headEnd type="none" w="med" len="med"/>
            <a:tailEnd type="none" w="med" len="med"/>
          </a:ln>
        </p:spPr>
      </p:cxnSp>
      <p:sp>
        <p:nvSpPr>
          <p:cNvPr id="9" name="Text Placeholder 12">
            <a:extLst>
              <a:ext uri="{FF2B5EF4-FFF2-40B4-BE49-F238E27FC236}">
                <a16:creationId xmlns:a16="http://schemas.microsoft.com/office/drawing/2014/main" id="{D4298314-9A1E-4B44-BD05-3F2C8A004246}"/>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sp>
        <p:nvSpPr>
          <p:cNvPr id="13" name="TextBox 12">
            <a:extLst>
              <a:ext uri="{FF2B5EF4-FFF2-40B4-BE49-F238E27FC236}">
                <a16:creationId xmlns:a16="http://schemas.microsoft.com/office/drawing/2014/main" id="{5C0F2F98-52EA-9643-836B-BE43540FDE6D}"/>
              </a:ext>
            </a:extLst>
          </p:cNvPr>
          <p:cNvSpPr txBox="1"/>
          <p:nvPr userDrawn="1"/>
        </p:nvSpPr>
        <p:spPr>
          <a:xfrm>
            <a:off x="218662" y="6510129"/>
            <a:ext cx="4505738" cy="276999"/>
          </a:xfrm>
          <a:prstGeom prst="rect">
            <a:avLst/>
          </a:prstGeom>
          <a:noFill/>
        </p:spPr>
        <p:txBody>
          <a:bodyPr wrap="square" rtlCol="0">
            <a:spAutoFit/>
          </a:bodyPr>
          <a:lstStyle/>
          <a:p>
            <a:r>
              <a:rPr lang="en-US" sz="600" b="0" i="0" u="none" strike="noStrike" kern="1200">
                <a:solidFill>
                  <a:schemeClr val="tx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1A4426D6-840F-45B6-8F81-878436BA1AF2}"/>
              </a:ext>
            </a:extLst>
          </p:cNvPr>
          <p:cNvGrpSpPr/>
          <p:nvPr userDrawn="1"/>
        </p:nvGrpSpPr>
        <p:grpSpPr>
          <a:xfrm>
            <a:off x="298311" y="5827455"/>
            <a:ext cx="1375944" cy="307029"/>
            <a:chOff x="2497995" y="2687207"/>
            <a:chExt cx="5762625" cy="1285875"/>
          </a:xfrm>
        </p:grpSpPr>
        <p:sp>
          <p:nvSpPr>
            <p:cNvPr id="14" name="Freeform: Shape 13">
              <a:extLst>
                <a:ext uri="{FF2B5EF4-FFF2-40B4-BE49-F238E27FC236}">
                  <a16:creationId xmlns:a16="http://schemas.microsoft.com/office/drawing/2014/main" id="{68BA5F65-96F7-494C-8A6C-549A172551A6}"/>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6D8BD1B-582B-49E4-BBD9-03717BC19DEA}"/>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31F1F32-3B22-43C2-A3B5-3CDC37DA4D0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4C1654BE-C159-4F69-A811-D377F2C1969A}"/>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4E8DF507-D6EB-4DEA-B7AA-3740F4E1333C}"/>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78690390"/>
      </p:ext>
    </p:extLst>
  </p:cSld>
  <p:clrMapOvr>
    <a:overrideClrMapping bg1="dk1" tx1="lt1" bg2="dk2" tx2="lt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Slide">
    <p:bg>
      <p:bgPr>
        <a:solidFill>
          <a:schemeClr val="tx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FE9D7C2-32AC-D84D-B06D-F8BE3550E3A1}"/>
              </a:ext>
            </a:extLst>
          </p:cNvPr>
          <p:cNvSpPr>
            <a:spLocks noGrp="1"/>
          </p:cNvSpPr>
          <p:nvPr>
            <p:ph type="body" sz="quarter" idx="10" hasCustomPrompt="1"/>
          </p:nvPr>
        </p:nvSpPr>
        <p:spPr>
          <a:xfrm>
            <a:off x="591399" y="572679"/>
            <a:ext cx="7256235" cy="2010266"/>
          </a:xfrm>
          <a:prstGeom prst="rect">
            <a:avLst/>
          </a:prstGeom>
        </p:spPr>
        <p:txBody>
          <a:bodyPr/>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sz="4400" b="1">
                <a:solidFill>
                  <a:schemeClr val="bg2"/>
                </a:solidFill>
                <a:latin typeface="Ubuntu" panose="020B0504030602030204" pitchFamily="34" charset="0"/>
              </a:defRPr>
            </a:lvl1pPr>
          </a:lstStyle>
          <a:p>
            <a:pPr marL="0" marR="0" lvl="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a:pPr>
            <a:r>
              <a:rPr lang="en-GB"/>
              <a:t>Presentation title goes here Presentation title goes here</a:t>
            </a:r>
          </a:p>
        </p:txBody>
      </p:sp>
      <p:sp>
        <p:nvSpPr>
          <p:cNvPr id="13" name="Text Placeholder 12">
            <a:extLst>
              <a:ext uri="{FF2B5EF4-FFF2-40B4-BE49-F238E27FC236}">
                <a16:creationId xmlns:a16="http://schemas.microsoft.com/office/drawing/2014/main" id="{03ECFC8D-C791-B04C-A555-72884AC23CF8}"/>
              </a:ext>
            </a:extLst>
          </p:cNvPr>
          <p:cNvSpPr>
            <a:spLocks noGrp="1"/>
          </p:cNvSpPr>
          <p:nvPr>
            <p:ph type="body" sz="quarter" idx="12" hasCustomPrompt="1"/>
          </p:nvPr>
        </p:nvSpPr>
        <p:spPr>
          <a:xfrm>
            <a:off x="591401" y="2865798"/>
            <a:ext cx="6686092" cy="1150021"/>
          </a:xfrm>
          <a:prstGeom prst="rect">
            <a:avLst/>
          </a:prstGeom>
        </p:spPr>
        <p:txBody>
          <a:bodyPr/>
          <a:lstStyle>
            <a:lvl1pPr marL="0" indent="0">
              <a:buNone/>
              <a:defRPr sz="2000">
                <a:solidFill>
                  <a:schemeClr val="accent1"/>
                </a:solidFill>
                <a:latin typeface="Ubuntu" panose="020B0504030602030204" pitchFamily="34" charset="0"/>
              </a:defRPr>
            </a:lvl1pPr>
          </a:lstStyle>
          <a:p>
            <a:pPr lvl="0"/>
            <a:r>
              <a:rPr lang="en-GB"/>
              <a:t>Date time version number</a:t>
            </a:r>
            <a:endParaRPr lang="en-US"/>
          </a:p>
        </p:txBody>
      </p:sp>
      <p:cxnSp>
        <p:nvCxnSpPr>
          <p:cNvPr id="15" name="Google Shape;65;p14">
            <a:extLst>
              <a:ext uri="{FF2B5EF4-FFF2-40B4-BE49-F238E27FC236}">
                <a16:creationId xmlns:a16="http://schemas.microsoft.com/office/drawing/2014/main" id="{BC024A99-97CC-2C49-97DB-5BE55D077DFE}"/>
              </a:ext>
            </a:extLst>
          </p:cNvPr>
          <p:cNvCxnSpPr/>
          <p:nvPr userDrawn="1"/>
        </p:nvCxnSpPr>
        <p:spPr>
          <a:xfrm>
            <a:off x="298311" y="6407566"/>
            <a:ext cx="11595378" cy="0"/>
          </a:xfrm>
          <a:prstGeom prst="straightConnector1">
            <a:avLst/>
          </a:prstGeom>
          <a:noFill/>
          <a:ln w="9525" cap="flat" cmpd="sng">
            <a:solidFill>
              <a:srgbClr val="00A7E1"/>
            </a:solidFill>
            <a:prstDash val="solid"/>
            <a:round/>
            <a:headEnd type="none" w="med" len="med"/>
            <a:tailEnd type="none" w="med" len="med"/>
          </a:ln>
        </p:spPr>
      </p:cxnSp>
      <p:sp>
        <p:nvSpPr>
          <p:cNvPr id="9" name="TextBox 8">
            <a:extLst>
              <a:ext uri="{FF2B5EF4-FFF2-40B4-BE49-F238E27FC236}">
                <a16:creationId xmlns:a16="http://schemas.microsoft.com/office/drawing/2014/main" id="{FDC529F5-347D-0C46-B6C0-390ABAD9F4F1}"/>
              </a:ext>
            </a:extLst>
          </p:cNvPr>
          <p:cNvSpPr txBox="1"/>
          <p:nvPr userDrawn="1"/>
        </p:nvSpPr>
        <p:spPr>
          <a:xfrm>
            <a:off x="218661" y="6510130"/>
            <a:ext cx="11675027" cy="184666"/>
          </a:xfrm>
          <a:prstGeom prst="rect">
            <a:avLst/>
          </a:prstGeom>
          <a:noFill/>
        </p:spPr>
        <p:txBody>
          <a:bodyPr wrap="square" rtlCol="0">
            <a:spAutoFit/>
          </a:bodyPr>
          <a:lstStyle/>
          <a:p>
            <a:r>
              <a:rPr lang="en-US" sz="600" b="0" i="0" u="none" strike="noStrike" kern="1200">
                <a:solidFill>
                  <a:schemeClr val="bg2"/>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7" name="Graphic 4">
            <a:extLst>
              <a:ext uri="{FF2B5EF4-FFF2-40B4-BE49-F238E27FC236}">
                <a16:creationId xmlns:a16="http://schemas.microsoft.com/office/drawing/2014/main" id="{C0605359-DE4D-40AA-ACC4-F7EAAB94234D}"/>
              </a:ext>
            </a:extLst>
          </p:cNvPr>
          <p:cNvGrpSpPr/>
          <p:nvPr userDrawn="1"/>
        </p:nvGrpSpPr>
        <p:grpSpPr>
          <a:xfrm>
            <a:off x="9274008" y="678594"/>
            <a:ext cx="2330418" cy="520011"/>
            <a:chOff x="2497995" y="2687207"/>
            <a:chExt cx="5762625" cy="1285875"/>
          </a:xfrm>
        </p:grpSpPr>
        <p:sp>
          <p:nvSpPr>
            <p:cNvPr id="10" name="Freeform: Shape 9">
              <a:extLst>
                <a:ext uri="{FF2B5EF4-FFF2-40B4-BE49-F238E27FC236}">
                  <a16:creationId xmlns:a16="http://schemas.microsoft.com/office/drawing/2014/main" id="{2C7817BC-D723-4B87-83E3-01F618438BFB}"/>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FBEEF9-ED02-4BFB-850F-A7DF7D3F0993}"/>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6723BD-EF3A-4126-BA62-F2E96A477C2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rgbClr val="002060"/>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6BCC60-8527-4707-8B05-9C1771AE65AE}"/>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rgbClr val="002060"/>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3AC27E1-5AF9-4DF1-9B59-C5B1797B5D1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rgbClr val="002060"/>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599936284"/>
      </p:ext>
    </p:extLst>
  </p:cSld>
  <p:clrMapOvr>
    <a:overrideClrMapping bg1="dk1" tx1="lt1" bg2="dk2" tx2="lt2" accent1="accent1" accent2="accent2" accent3="accent3" accent4="accent4" accent5="accent5" accent6="accent6" hlink="hlink" folHlink="folHlink"/>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10996612" cy="2408238"/>
          </a:xfrm>
          <a:prstGeom prst="rect">
            <a:avLst/>
          </a:prstGeom>
        </p:spPr>
        <p:txBody>
          <a:bodyPr/>
          <a:lstStyle>
            <a:lvl1pPr marL="0" indent="0">
              <a:lnSpc>
                <a:spcPct val="110000"/>
              </a:lnSpc>
              <a:spcBef>
                <a:spcPts val="2200"/>
              </a:spcBef>
              <a:buNone/>
              <a:defRPr sz="1400">
                <a:ln>
                  <a:noFill/>
                </a:ln>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5975F8B-35DA-1D40-A8CD-8FCD704A74A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8FBE45C6-297A-4C4F-A7CC-94C46292EE48}"/>
              </a:ext>
            </a:extLst>
          </p:cNvPr>
          <p:cNvGrpSpPr/>
          <p:nvPr userDrawn="1"/>
        </p:nvGrpSpPr>
        <p:grpSpPr>
          <a:xfrm>
            <a:off x="270243" y="6517798"/>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B6ABDCD-263C-4949-B3FF-B2627D44024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828EEC-7656-4EF2-A31D-412CD05675A8}"/>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CA76616-23FF-4123-AD49-F6D903BB87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82793D5-3395-419F-AD6F-E56DE56635B4}"/>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3B89C0D-A23B-49A0-9B3C-4493E6822AB3}"/>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363717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p>
          <a:p>
            <a:pPr lvl="0"/>
            <a:r>
              <a:rPr lang="en-SG"/>
              <a:t>Donec facilisis lectus fringilla, congue erat ut, feugiat arcu. Vestibulum non magna in diam lobortis tincidunt. Cras vel cursus libero. Mauris sed convallis nisi. Aliquam eget justo quis lacus euismod pulvinar. </a:t>
            </a:r>
            <a:endParaRPr lang="en-US"/>
          </a:p>
        </p:txBody>
      </p:sp>
      <p:sp>
        <p:nvSpPr>
          <p:cNvPr id="9" name="Text Placeholder 18">
            <a:extLst>
              <a:ext uri="{FF2B5EF4-FFF2-40B4-BE49-F238E27FC236}">
                <a16:creationId xmlns:a16="http://schemas.microsoft.com/office/drawing/2014/main" id="{89E17B67-827C-2440-845C-AB18B943F81B}"/>
              </a:ext>
            </a:extLst>
          </p:cNvPr>
          <p:cNvSpPr>
            <a:spLocks noGrp="1"/>
          </p:cNvSpPr>
          <p:nvPr>
            <p:ph type="body" sz="quarter" idx="11" hasCustomPrompt="1"/>
          </p:nvPr>
        </p:nvSpPr>
        <p:spPr>
          <a:xfrm>
            <a:off x="6226959" y="1470024"/>
            <a:ext cx="5394023" cy="463655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a:t>
            </a:r>
          </a:p>
          <a:p>
            <a:pPr lvl="0"/>
            <a:r>
              <a:rPr lang="en-SG"/>
              <a:t>Vestibulum non magna in diam lobortis tincidunt. Cras vel cursus libero. Mauris sed convallis nisi. Aliquam eget justo quis lacus euismod pulvinar. </a:t>
            </a:r>
            <a:endParaRPr lang="en-US"/>
          </a:p>
        </p:txBody>
      </p:sp>
      <p:cxnSp>
        <p:nvCxnSpPr>
          <p:cNvPr id="12" name="Google Shape;65;p14">
            <a:extLst>
              <a:ext uri="{FF2B5EF4-FFF2-40B4-BE49-F238E27FC236}">
                <a16:creationId xmlns:a16="http://schemas.microsoft.com/office/drawing/2014/main" id="{8BAADCCA-6C2F-A341-9037-B9F4CB2EC762}"/>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3" name="TextBox 12">
            <a:extLst>
              <a:ext uri="{FF2B5EF4-FFF2-40B4-BE49-F238E27FC236}">
                <a16:creationId xmlns:a16="http://schemas.microsoft.com/office/drawing/2014/main" id="{E8E2F222-BB16-8D4D-B7F5-0FAA151BBA5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5" name="Straight Connector 14">
            <a:extLst>
              <a:ext uri="{FF2B5EF4-FFF2-40B4-BE49-F238E27FC236}">
                <a16:creationId xmlns:a16="http://schemas.microsoft.com/office/drawing/2014/main" id="{A6DFFF59-F2C8-464E-BBF0-A1013BC67B13}"/>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8E2CCB43-C1BD-2B42-AC5E-A6CA6721A555}"/>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4" name="Graphic 4">
            <a:extLst>
              <a:ext uri="{FF2B5EF4-FFF2-40B4-BE49-F238E27FC236}">
                <a16:creationId xmlns:a16="http://schemas.microsoft.com/office/drawing/2014/main" id="{F23AF8E6-D610-4F9F-A590-29A3EFA43C45}"/>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F12D5E7A-92D3-4D53-B8C3-21A36385B8B8}"/>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CF49427-308E-4609-85BE-77864C8808C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63D058E-3959-4FF6-A09B-ED3DBF1DC8A5}"/>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9E3A2C3-E49E-45BB-AD39-669F4F8687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68BF172-BD92-42B8-B5F5-4BE4348A449B}"/>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5686787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1043793"/>
            <a:ext cx="4826644" cy="3790173"/>
          </a:xfrm>
          <a:prstGeom prst="rect">
            <a:avLst/>
          </a:prstGeom>
        </p:spPr>
        <p:txBody>
          <a:bodyPr/>
          <a:lstStyle>
            <a:lvl1pPr>
              <a:defRPr sz="4400" b="1">
                <a:solidFill>
                  <a:schemeClr val="accent2"/>
                </a:solidFill>
                <a:latin typeface="Ubuntu" panose="020B0504030602030204" pitchFamily="34" charset="0"/>
              </a:defRPr>
            </a:lvl1pPr>
          </a:lstStyle>
          <a:p>
            <a:r>
              <a:rPr lang="en-GB"/>
              <a:t>Slide title goes here lorem ipsum 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215605" y="1043792"/>
            <a:ext cx="5382670" cy="450047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p>
          <a:p>
            <a:pPr lvl="0"/>
            <a:r>
              <a:rPr lang="en-SG" err="1"/>
              <a:t>Etiam sollicitudin dui ut elit lacinia, vitae aliquet nunc scelerisque. Duis ut sem bibendum, vehicula ligula non, varius eros. Duis tristique velit lectus, dapibus ullamcorper dui condimentum id. Duis felis odio, pulvinar in quam a, vehicula lobortis nulla. Fusce ut tincidunt arcu. Vivamus gravida ut enim et varius. Orci varius natoque penatibus et magnis dis parturient montes, nascetur ridiculus mus.</a:t>
            </a:r>
            <a:endParaRPr lang="en-US"/>
          </a:p>
        </p:txBody>
      </p:sp>
      <p:cxnSp>
        <p:nvCxnSpPr>
          <p:cNvPr id="11" name="Google Shape;65;p14">
            <a:extLst>
              <a:ext uri="{FF2B5EF4-FFF2-40B4-BE49-F238E27FC236}">
                <a16:creationId xmlns:a16="http://schemas.microsoft.com/office/drawing/2014/main" id="{6363D6F1-C343-8B46-B1C2-5CFAB7508338}"/>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0750B8EF-804F-4E44-93DB-68D9364AA671}"/>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D090540D-D709-8D4A-950F-AF865624943E}"/>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oogle Shape;64;p14">
            <a:extLst>
              <a:ext uri="{FF2B5EF4-FFF2-40B4-BE49-F238E27FC236}">
                <a16:creationId xmlns:a16="http://schemas.microsoft.com/office/drawing/2014/main" id="{B7DF7FA0-EADA-7F4C-A367-7A75FACB1DC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03FD7596-ABA5-4DD3-AE54-083177813D28}"/>
              </a:ext>
            </a:extLst>
          </p:cNvPr>
          <p:cNvGrpSpPr/>
          <p:nvPr userDrawn="1"/>
        </p:nvGrpSpPr>
        <p:grpSpPr>
          <a:xfrm>
            <a:off x="270243" y="6504919"/>
            <a:ext cx="724037" cy="161562"/>
            <a:chOff x="2497995" y="2687207"/>
            <a:chExt cx="5762625" cy="1285875"/>
          </a:xfrm>
          <a:solidFill>
            <a:schemeClr val="bg1"/>
          </a:solidFill>
        </p:grpSpPr>
        <p:sp>
          <p:nvSpPr>
            <p:cNvPr id="15" name="Freeform: Shape 14">
              <a:extLst>
                <a:ext uri="{FF2B5EF4-FFF2-40B4-BE49-F238E27FC236}">
                  <a16:creationId xmlns:a16="http://schemas.microsoft.com/office/drawing/2014/main" id="{C27B8EDA-2AAF-4199-99AF-7ECC8188A8E3}"/>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03580BF-888D-499C-A59A-9AC2695D7C5C}"/>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EA10CE5-2780-43A6-9AEA-1324E26041A3}"/>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78C4F4-9D71-45D1-8538-E8B24485163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9564E182-1A1C-49EC-AF62-DF7BF6182A75}"/>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8567882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ntent_white_4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995913"/>
            <a:ext cx="2565607" cy="4029617"/>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2" name="Text Placeholder 18">
            <a:extLst>
              <a:ext uri="{FF2B5EF4-FFF2-40B4-BE49-F238E27FC236}">
                <a16:creationId xmlns:a16="http://schemas.microsoft.com/office/drawing/2014/main" id="{53612460-C62C-9948-A42A-46D52DE19125}"/>
              </a:ext>
            </a:extLst>
          </p:cNvPr>
          <p:cNvSpPr>
            <a:spLocks noGrp="1"/>
          </p:cNvSpPr>
          <p:nvPr>
            <p:ph type="body" sz="quarter" idx="11" hasCustomPrompt="1"/>
          </p:nvPr>
        </p:nvSpPr>
        <p:spPr>
          <a:xfrm>
            <a:off x="3411124"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3" name="Text Placeholder 18">
            <a:extLst>
              <a:ext uri="{FF2B5EF4-FFF2-40B4-BE49-F238E27FC236}">
                <a16:creationId xmlns:a16="http://schemas.microsoft.com/office/drawing/2014/main" id="{8749DF92-B411-394B-8C8C-CF611D9284BF}"/>
              </a:ext>
            </a:extLst>
          </p:cNvPr>
          <p:cNvSpPr>
            <a:spLocks noGrp="1"/>
          </p:cNvSpPr>
          <p:nvPr>
            <p:ph type="body" sz="quarter" idx="12" hasCustomPrompt="1"/>
          </p:nvPr>
        </p:nvSpPr>
        <p:spPr>
          <a:xfrm>
            <a:off x="6207333"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sp>
        <p:nvSpPr>
          <p:cNvPr id="14" name="Text Placeholder 18">
            <a:extLst>
              <a:ext uri="{FF2B5EF4-FFF2-40B4-BE49-F238E27FC236}">
                <a16:creationId xmlns:a16="http://schemas.microsoft.com/office/drawing/2014/main" id="{2F703496-04EA-E944-BC3B-F31EA1EC1F61}"/>
              </a:ext>
            </a:extLst>
          </p:cNvPr>
          <p:cNvSpPr>
            <a:spLocks noGrp="1"/>
          </p:cNvSpPr>
          <p:nvPr>
            <p:ph type="body" sz="quarter" idx="13" hasCustomPrompt="1"/>
          </p:nvPr>
        </p:nvSpPr>
        <p:spPr>
          <a:xfrm>
            <a:off x="9030047" y="1995914"/>
            <a:ext cx="2565607" cy="4029628"/>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a:t>
            </a:r>
            <a:endParaRPr lang="en-US"/>
          </a:p>
        </p:txBody>
      </p:sp>
      <p:cxnSp>
        <p:nvCxnSpPr>
          <p:cNvPr id="21" name="Google Shape;65;p14">
            <a:extLst>
              <a:ext uri="{FF2B5EF4-FFF2-40B4-BE49-F238E27FC236}">
                <a16:creationId xmlns:a16="http://schemas.microsoft.com/office/drawing/2014/main" id="{3762B7AF-C38E-4148-B827-2518A2154F39}"/>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23" name="TextBox 22">
            <a:extLst>
              <a:ext uri="{FF2B5EF4-FFF2-40B4-BE49-F238E27FC236}">
                <a16:creationId xmlns:a16="http://schemas.microsoft.com/office/drawing/2014/main" id="{3F42CD3F-620A-B241-B6E4-02A549F5D47A}"/>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26" name="Straight Connector 25">
            <a:extLst>
              <a:ext uri="{FF2B5EF4-FFF2-40B4-BE49-F238E27FC236}">
                <a16:creationId xmlns:a16="http://schemas.microsoft.com/office/drawing/2014/main" id="{0668405C-07F7-2045-86D5-CC221752DDB4}"/>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oogle Shape;64;p14">
            <a:extLst>
              <a:ext uri="{FF2B5EF4-FFF2-40B4-BE49-F238E27FC236}">
                <a16:creationId xmlns:a16="http://schemas.microsoft.com/office/drawing/2014/main" id="{181F7300-A56D-FD4F-A36A-73479E41EE38}"/>
              </a:ext>
            </a:extLst>
          </p:cNvPr>
          <p:cNvSpPr txBox="1"/>
          <p:nvPr userDrawn="1"/>
        </p:nvSpPr>
        <p:spPr>
          <a:xfrm>
            <a:off x="1076459" y="6395991"/>
            <a:ext cx="8555217"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8" name="Graphic 4">
            <a:extLst>
              <a:ext uri="{FF2B5EF4-FFF2-40B4-BE49-F238E27FC236}">
                <a16:creationId xmlns:a16="http://schemas.microsoft.com/office/drawing/2014/main" id="{D038DE06-0A52-4C29-B9EE-CB34E8B22059}"/>
              </a:ext>
            </a:extLst>
          </p:cNvPr>
          <p:cNvGrpSpPr/>
          <p:nvPr userDrawn="1"/>
        </p:nvGrpSpPr>
        <p:grpSpPr>
          <a:xfrm>
            <a:off x="270243" y="6517798"/>
            <a:ext cx="724037" cy="161562"/>
            <a:chOff x="2497995" y="2687207"/>
            <a:chExt cx="5762625" cy="1285875"/>
          </a:xfrm>
          <a:solidFill>
            <a:schemeClr val="bg1"/>
          </a:solidFill>
        </p:grpSpPr>
        <p:sp>
          <p:nvSpPr>
            <p:cNvPr id="20" name="Freeform: Shape 19">
              <a:extLst>
                <a:ext uri="{FF2B5EF4-FFF2-40B4-BE49-F238E27FC236}">
                  <a16:creationId xmlns:a16="http://schemas.microsoft.com/office/drawing/2014/main" id="{A590D3B8-8E45-4CCA-B253-01E4150E3E9A}"/>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1B88449-B902-42EF-9200-9397AB1776D6}"/>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BE84BD8-3FC5-4C62-B31B-71A17415417C}"/>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0B80018-043A-46D4-96E7-BCDD809501E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F4CE829-6834-4F6B-B720-5128FCDAA1CF}"/>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723278561"/>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6"/>
            <a:ext cx="5401246" cy="1146097"/>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5"/>
            <a:ext cx="5401572" cy="3433279"/>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6188767" y="-1"/>
            <a:ext cx="6003233" cy="6858001"/>
          </a:xfrm>
          <a:prstGeom prst="rect">
            <a:avLst/>
          </a:prstGeom>
          <a:solidFill>
            <a:schemeClr val="bg2">
              <a:lumMod val="90000"/>
            </a:schemeClr>
          </a:solidFill>
        </p:spPr>
        <p:txBody>
          <a:bodyPr/>
          <a:lstStyle/>
          <a:p>
            <a:endParaRPr lang="en-US"/>
          </a:p>
        </p:txBody>
      </p:sp>
      <p:cxnSp>
        <p:nvCxnSpPr>
          <p:cNvPr id="14" name="Google Shape;65;p14">
            <a:extLst>
              <a:ext uri="{FF2B5EF4-FFF2-40B4-BE49-F238E27FC236}">
                <a16:creationId xmlns:a16="http://schemas.microsoft.com/office/drawing/2014/main" id="{D09E51BF-723F-FA4E-8800-37E5A9D7912A}"/>
              </a:ext>
            </a:extLst>
          </p:cNvPr>
          <p:cNvCxnSpPr/>
          <p:nvPr userDrawn="1"/>
        </p:nvCxnSpPr>
        <p:spPr>
          <a:xfrm>
            <a:off x="298311" y="6407566"/>
            <a:ext cx="5685800" cy="0"/>
          </a:xfrm>
          <a:prstGeom prst="straightConnector1">
            <a:avLst/>
          </a:prstGeom>
          <a:noFill/>
          <a:ln w="9525" cap="flat" cmpd="sng">
            <a:solidFill>
              <a:schemeClr val="bg1"/>
            </a:solidFill>
            <a:prstDash val="solid"/>
            <a:round/>
            <a:headEnd type="none" w="med" len="med"/>
            <a:tailEnd type="none" w="med" len="med"/>
          </a:ln>
        </p:spPr>
      </p:cxnSp>
      <p:cxnSp>
        <p:nvCxnSpPr>
          <p:cNvPr id="16" name="Straight Connector 15">
            <a:extLst>
              <a:ext uri="{FF2B5EF4-FFF2-40B4-BE49-F238E27FC236}">
                <a16:creationId xmlns:a16="http://schemas.microsoft.com/office/drawing/2014/main" id="{A630479D-8B78-9A4E-87C1-9ABCC272525A}"/>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oogle Shape;64;p14">
            <a:extLst>
              <a:ext uri="{FF2B5EF4-FFF2-40B4-BE49-F238E27FC236}">
                <a16:creationId xmlns:a16="http://schemas.microsoft.com/office/drawing/2014/main" id="{C27C6EFF-792E-094B-B4B2-9240F319E9E8}"/>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2" name="Graphic 4">
            <a:extLst>
              <a:ext uri="{FF2B5EF4-FFF2-40B4-BE49-F238E27FC236}">
                <a16:creationId xmlns:a16="http://schemas.microsoft.com/office/drawing/2014/main" id="{A88E8B69-29B9-40B1-8B67-6C213BB7A289}"/>
              </a:ext>
            </a:extLst>
          </p:cNvPr>
          <p:cNvGrpSpPr/>
          <p:nvPr userDrawn="1"/>
        </p:nvGrpSpPr>
        <p:grpSpPr>
          <a:xfrm>
            <a:off x="270243" y="6517798"/>
            <a:ext cx="724037" cy="161562"/>
            <a:chOff x="2497995" y="2687207"/>
            <a:chExt cx="5762625" cy="1285875"/>
          </a:xfrm>
          <a:solidFill>
            <a:schemeClr val="bg1"/>
          </a:solidFill>
        </p:grpSpPr>
        <p:sp>
          <p:nvSpPr>
            <p:cNvPr id="13" name="Freeform: Shape 12">
              <a:extLst>
                <a:ext uri="{FF2B5EF4-FFF2-40B4-BE49-F238E27FC236}">
                  <a16:creationId xmlns:a16="http://schemas.microsoft.com/office/drawing/2014/main" id="{29FB5596-C7E1-48C7-ACFD-69AF3AB71C05}"/>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B20A447-4F65-4089-8A4D-853E690FC7B7}"/>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F62AADC-BAAA-4BE7-9377-7ECEE200493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FE6B7C2F-A22C-4DB1-9263-8755BEC404A8}"/>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9D9A34A-E5CB-49CC-85A9-15E85B8F98F6}"/>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33545430"/>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ntent_white_2col_picture">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4" y="365127"/>
            <a:ext cx="5401246" cy="857618"/>
          </a:xfrm>
          <a:prstGeom prst="rect">
            <a:avLst/>
          </a:prstGeom>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sp>
        <p:nvSpPr>
          <p:cNvPr id="19" name="Text Placeholder 18">
            <a:extLst>
              <a:ext uri="{FF2B5EF4-FFF2-40B4-BE49-F238E27FC236}">
                <a16:creationId xmlns:a16="http://schemas.microsoft.com/office/drawing/2014/main" id="{9A49AA63-AC29-BD4E-BC06-561B10EFC788}"/>
              </a:ext>
            </a:extLst>
          </p:cNvPr>
          <p:cNvSpPr>
            <a:spLocks noGrp="1"/>
          </p:cNvSpPr>
          <p:nvPr>
            <p:ph type="body" sz="quarter" idx="10" hasCustomPrompt="1"/>
          </p:nvPr>
        </p:nvSpPr>
        <p:spPr>
          <a:xfrm>
            <a:off x="601663"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sp>
        <p:nvSpPr>
          <p:cNvPr id="10" name="Picture Placeholder 9">
            <a:extLst>
              <a:ext uri="{FF2B5EF4-FFF2-40B4-BE49-F238E27FC236}">
                <a16:creationId xmlns:a16="http://schemas.microsoft.com/office/drawing/2014/main" id="{71814347-F8A9-204F-AB52-30E747CBBBC5}"/>
              </a:ext>
            </a:extLst>
          </p:cNvPr>
          <p:cNvSpPr>
            <a:spLocks noGrp="1"/>
          </p:cNvSpPr>
          <p:nvPr>
            <p:ph type="pic" sz="quarter" idx="11"/>
          </p:nvPr>
        </p:nvSpPr>
        <p:spPr>
          <a:xfrm>
            <a:off x="8070112" y="-1"/>
            <a:ext cx="4121888" cy="6858001"/>
          </a:xfrm>
          <a:prstGeom prst="rect">
            <a:avLst/>
          </a:prstGeom>
          <a:solidFill>
            <a:schemeClr val="bg2">
              <a:lumMod val="90000"/>
            </a:schemeClr>
          </a:solidFill>
        </p:spPr>
        <p:txBody>
          <a:bodyPr/>
          <a:lstStyle/>
          <a:p>
            <a:endParaRPr lang="en-US"/>
          </a:p>
        </p:txBody>
      </p:sp>
      <p:sp>
        <p:nvSpPr>
          <p:cNvPr id="14" name="Text Placeholder 18">
            <a:extLst>
              <a:ext uri="{FF2B5EF4-FFF2-40B4-BE49-F238E27FC236}">
                <a16:creationId xmlns:a16="http://schemas.microsoft.com/office/drawing/2014/main" id="{806B764E-EDFD-804F-81F4-D1E8C388A42F}"/>
              </a:ext>
            </a:extLst>
          </p:cNvPr>
          <p:cNvSpPr>
            <a:spLocks noGrp="1"/>
          </p:cNvSpPr>
          <p:nvPr>
            <p:ph type="body" sz="quarter" idx="12" hasCustomPrompt="1"/>
          </p:nvPr>
        </p:nvSpPr>
        <p:spPr>
          <a:xfrm>
            <a:off x="4333690" y="1470026"/>
            <a:ext cx="3520226" cy="4775742"/>
          </a:xfrm>
          <a:prstGeom prst="rect">
            <a:avLst/>
          </a:prstGeom>
        </p:spPr>
        <p:txBody>
          <a:bodyPr/>
          <a:lstStyle>
            <a:lvl1pPr marL="0" indent="0">
              <a:lnSpc>
                <a:spcPct val="110000"/>
              </a:lnSpc>
              <a:spcBef>
                <a:spcPts val="2200"/>
              </a:spcBef>
              <a:buNone/>
              <a:defRPr sz="1400">
                <a:solidFill>
                  <a:schemeClr val="bg1"/>
                </a:solidFill>
                <a:latin typeface="Ubuntu" panose="020B0504030602030204" pitchFamily="34" charset="0"/>
              </a:defRPr>
            </a:lvl1pPr>
          </a:lstStyle>
          <a:p>
            <a:pPr lvl="0"/>
            <a:r>
              <a:rPr lang="en-SG"/>
              <a:t>Content Lorem ipsum dolor sit amet, consectetur adipiscing elit. Donec ligula metus, dapibus quis placerat vel, bibendum eget justo. Ut gravida commodo neque, sit amet venenatis est tristique at. Ut vitae venenatis enim, sit amet dictum nunc. Etiam ac ornare diam. Donec facilisis lectus fringilla, congue erat ut, feugiat arcu. Vestibulum non magna in diam lobortis tincidunt. Cras vel cursus libero. Mauris sed convallis nisi. Aliquam eget justo quis lacus euismod pulvinar. </a:t>
            </a:r>
            <a:endParaRPr lang="en-US"/>
          </a:p>
        </p:txBody>
      </p:sp>
      <p:cxnSp>
        <p:nvCxnSpPr>
          <p:cNvPr id="15" name="Google Shape;65;p14">
            <a:extLst>
              <a:ext uri="{FF2B5EF4-FFF2-40B4-BE49-F238E27FC236}">
                <a16:creationId xmlns:a16="http://schemas.microsoft.com/office/drawing/2014/main" id="{42F48292-40D8-FF42-906A-1FE62276F46F}"/>
              </a:ext>
            </a:extLst>
          </p:cNvPr>
          <p:cNvCxnSpPr/>
          <p:nvPr userDrawn="1"/>
        </p:nvCxnSpPr>
        <p:spPr>
          <a:xfrm>
            <a:off x="298311" y="6407566"/>
            <a:ext cx="7555605" cy="0"/>
          </a:xfrm>
          <a:prstGeom prst="straightConnector1">
            <a:avLst/>
          </a:prstGeom>
          <a:noFill/>
          <a:ln w="9525" cap="flat" cmpd="sng">
            <a:solidFill>
              <a:schemeClr val="bg1"/>
            </a:solidFill>
            <a:prstDash val="solid"/>
            <a:round/>
            <a:headEnd type="none" w="med" len="med"/>
            <a:tailEnd type="none" w="med" len="med"/>
          </a:ln>
        </p:spPr>
      </p:cxnSp>
      <p:cxnSp>
        <p:nvCxnSpPr>
          <p:cNvPr id="18" name="Straight Connector 17">
            <a:extLst>
              <a:ext uri="{FF2B5EF4-FFF2-40B4-BE49-F238E27FC236}">
                <a16:creationId xmlns:a16="http://schemas.microsoft.com/office/drawing/2014/main" id="{EE7FD399-DAA0-0C4D-B047-288612F9C0DC}"/>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Google Shape;64;p14">
            <a:extLst>
              <a:ext uri="{FF2B5EF4-FFF2-40B4-BE49-F238E27FC236}">
                <a16:creationId xmlns:a16="http://schemas.microsoft.com/office/drawing/2014/main" id="{5680EE9D-E1D7-5645-B319-6C506BB4A582}"/>
              </a:ext>
            </a:extLst>
          </p:cNvPr>
          <p:cNvSpPr txBox="1"/>
          <p:nvPr userDrawn="1"/>
        </p:nvSpPr>
        <p:spPr>
          <a:xfrm>
            <a:off x="1076460" y="6395991"/>
            <a:ext cx="791514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17EE12F0-88EB-4312-9673-73E3EA9143C4}"/>
              </a:ext>
            </a:extLst>
          </p:cNvPr>
          <p:cNvGrpSpPr/>
          <p:nvPr userDrawn="1"/>
        </p:nvGrpSpPr>
        <p:grpSpPr>
          <a:xfrm>
            <a:off x="270243" y="6517798"/>
            <a:ext cx="724037" cy="161562"/>
            <a:chOff x="2497995" y="2687207"/>
            <a:chExt cx="5762625" cy="1285875"/>
          </a:xfrm>
          <a:solidFill>
            <a:schemeClr val="bg1"/>
          </a:solidFill>
        </p:grpSpPr>
        <p:sp>
          <p:nvSpPr>
            <p:cNvPr id="16" name="Freeform: Shape 15">
              <a:extLst>
                <a:ext uri="{FF2B5EF4-FFF2-40B4-BE49-F238E27FC236}">
                  <a16:creationId xmlns:a16="http://schemas.microsoft.com/office/drawing/2014/main" id="{E84F1694-EEBD-462A-B599-0BD11603C56F}"/>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AF4003-9AFB-4105-8E6A-ADF98D707D70}"/>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552A1B48-1B59-431C-B215-16224926B199}"/>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D5540D3-AFB4-407D-96D2-88C36C53B531}"/>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2615C4-41E4-4AE4-B1C2-ADB2951CBD2D}"/>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757375845"/>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content_white_1col">
    <p:bg>
      <p:bgPr>
        <a:solidFill>
          <a:schemeClr val="accent1"/>
        </a:solid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4193CD3-57CC-3646-ADC6-B94398AA05D5}"/>
              </a:ext>
            </a:extLst>
          </p:cNvPr>
          <p:cNvSpPr>
            <a:spLocks noGrp="1"/>
          </p:cNvSpPr>
          <p:nvPr>
            <p:ph type="title" hasCustomPrompt="1"/>
          </p:nvPr>
        </p:nvSpPr>
        <p:spPr>
          <a:xfrm>
            <a:off x="601883" y="365126"/>
            <a:ext cx="10995949" cy="803918"/>
          </a:xfrm>
          <a:prstGeom prst="rect">
            <a:avLst/>
          </a:prstGeom>
          <a:ln>
            <a:noFill/>
          </a:ln>
        </p:spPr>
        <p:txBody>
          <a:bodyPr/>
          <a:lstStyle>
            <a:lvl1pPr>
              <a:defRPr sz="2400" b="1">
                <a:solidFill>
                  <a:schemeClr val="bg1"/>
                </a:solidFill>
                <a:latin typeface="Ubuntu" panose="020B0504030602030204" pitchFamily="34" charset="0"/>
              </a:defRPr>
            </a:lvl1pPr>
          </a:lstStyle>
          <a:p>
            <a:r>
              <a:rPr lang="en-GB"/>
              <a:t>Slide title goes here lorem ipsum</a:t>
            </a:r>
            <a:br>
              <a:rPr lang="en-GB"/>
            </a:br>
            <a:r>
              <a:rPr lang="en-GB"/>
              <a:t>Slide title goes here lorem ipsum</a:t>
            </a:r>
            <a:endParaRPr lang="en-US"/>
          </a:p>
        </p:txBody>
      </p:sp>
      <p:cxnSp>
        <p:nvCxnSpPr>
          <p:cNvPr id="11" name="Google Shape;65;p14">
            <a:extLst>
              <a:ext uri="{FF2B5EF4-FFF2-40B4-BE49-F238E27FC236}">
                <a16:creationId xmlns:a16="http://schemas.microsoft.com/office/drawing/2014/main" id="{0157DF83-8354-4244-8509-FACD614C733F}"/>
              </a:ext>
            </a:extLst>
          </p:cNvPr>
          <p:cNvCxnSpPr/>
          <p:nvPr userDrawn="1"/>
        </p:nvCxnSpPr>
        <p:spPr>
          <a:xfrm>
            <a:off x="298311" y="6407566"/>
            <a:ext cx="11595378" cy="0"/>
          </a:xfrm>
          <a:prstGeom prst="straightConnector1">
            <a:avLst/>
          </a:prstGeom>
          <a:noFill/>
          <a:ln w="9525" cap="flat" cmpd="sng">
            <a:solidFill>
              <a:schemeClr val="bg1"/>
            </a:solidFill>
            <a:prstDash val="solid"/>
            <a:round/>
            <a:headEnd type="none" w="med" len="med"/>
            <a:tailEnd type="none" w="med" len="med"/>
          </a:ln>
        </p:spPr>
      </p:cxnSp>
      <p:sp>
        <p:nvSpPr>
          <p:cNvPr id="12" name="TextBox 11">
            <a:extLst>
              <a:ext uri="{FF2B5EF4-FFF2-40B4-BE49-F238E27FC236}">
                <a16:creationId xmlns:a16="http://schemas.microsoft.com/office/drawing/2014/main" id="{BBC9DDF1-A3B8-D94C-9888-F13FE611938E}"/>
              </a:ext>
            </a:extLst>
          </p:cNvPr>
          <p:cNvSpPr txBox="1"/>
          <p:nvPr userDrawn="1"/>
        </p:nvSpPr>
        <p:spPr>
          <a:xfrm>
            <a:off x="10143919" y="6461919"/>
            <a:ext cx="1819218" cy="184666"/>
          </a:xfrm>
          <a:prstGeom prst="rect">
            <a:avLst/>
          </a:prstGeom>
          <a:noFill/>
          <a:ln>
            <a:noFill/>
          </a:ln>
        </p:spPr>
        <p:txBody>
          <a:bodyPr wrap="square" rtlCol="0">
            <a:spAutoFit/>
          </a:bodyPr>
          <a:lstStyle/>
          <a:p>
            <a:pPr algn="r"/>
            <a:fld id="{8887BFF0-B513-2F4E-8ECC-A2B4BAC9622A}" type="slidenum">
              <a:rPr lang="en-US" sz="600" smtClean="0">
                <a:solidFill>
                  <a:schemeClr val="bg1"/>
                </a:solidFill>
                <a:latin typeface="Ubuntu" panose="020B0504030602030204" pitchFamily="34" charset="0"/>
              </a:rPr>
              <a:pPr algn="r"/>
              <a:t>‹#›</a:t>
            </a:fld>
            <a:endParaRPr lang="en-US" sz="600">
              <a:solidFill>
                <a:schemeClr val="bg1"/>
              </a:solidFill>
              <a:latin typeface="Ubuntu" panose="020B0504030602030204" pitchFamily="34" charset="0"/>
            </a:endParaRPr>
          </a:p>
        </p:txBody>
      </p:sp>
      <p:cxnSp>
        <p:nvCxnSpPr>
          <p:cNvPr id="14" name="Straight Connector 13">
            <a:extLst>
              <a:ext uri="{FF2B5EF4-FFF2-40B4-BE49-F238E27FC236}">
                <a16:creationId xmlns:a16="http://schemas.microsoft.com/office/drawing/2014/main" id="{7A57F77E-90DD-7244-A396-F02B11EFAA47}"/>
              </a:ext>
            </a:extLst>
          </p:cNvPr>
          <p:cNvCxnSpPr/>
          <p:nvPr userDrawn="1"/>
        </p:nvCxnSpPr>
        <p:spPr>
          <a:xfrm flipH="1">
            <a:off x="1076460" y="6461919"/>
            <a:ext cx="0" cy="247106"/>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Google Shape;64;p14">
            <a:extLst>
              <a:ext uri="{FF2B5EF4-FFF2-40B4-BE49-F238E27FC236}">
                <a16:creationId xmlns:a16="http://schemas.microsoft.com/office/drawing/2014/main" id="{3A242881-5F52-F74C-861F-E5D485EF72F1}"/>
              </a:ext>
            </a:extLst>
          </p:cNvPr>
          <p:cNvSpPr txBox="1"/>
          <p:nvPr userDrawn="1"/>
        </p:nvSpPr>
        <p:spPr>
          <a:xfrm>
            <a:off x="1076460" y="6395991"/>
            <a:ext cx="4491220" cy="393600"/>
          </a:xfrm>
          <a:prstGeom prst="rect">
            <a:avLst/>
          </a:prstGeom>
          <a:noFill/>
          <a:ln>
            <a:noFill/>
          </a:ln>
        </p:spPr>
        <p:txBody>
          <a:bodyPr spcFirstLastPara="1" wrap="square" lIns="91425" tIns="91425" rIns="91425" bIns="91425" anchor="ctr" anchorCtr="0">
            <a:noAutofit/>
          </a:bodyPr>
          <a:lstStyle/>
          <a:p>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0" name="Graphic 4">
            <a:extLst>
              <a:ext uri="{FF2B5EF4-FFF2-40B4-BE49-F238E27FC236}">
                <a16:creationId xmlns:a16="http://schemas.microsoft.com/office/drawing/2014/main" id="{A247E254-F184-4DBA-89F6-BF3F96A073FC}"/>
              </a:ext>
            </a:extLst>
          </p:cNvPr>
          <p:cNvGrpSpPr/>
          <p:nvPr userDrawn="1"/>
        </p:nvGrpSpPr>
        <p:grpSpPr>
          <a:xfrm>
            <a:off x="270243" y="6517798"/>
            <a:ext cx="724037" cy="161562"/>
            <a:chOff x="2497995" y="2687207"/>
            <a:chExt cx="5762625" cy="1285875"/>
          </a:xfrm>
        </p:grpSpPr>
        <p:sp>
          <p:nvSpPr>
            <p:cNvPr id="13" name="Freeform: Shape 12">
              <a:extLst>
                <a:ext uri="{FF2B5EF4-FFF2-40B4-BE49-F238E27FC236}">
                  <a16:creationId xmlns:a16="http://schemas.microsoft.com/office/drawing/2014/main" id="{780E53FB-83D9-4A35-9FD0-FD3F565C1B3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940B724-A27C-4A06-B04E-C12CD5830AFF}"/>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4A65FC25-C722-4FF9-9F00-6841CA6EE0F8}"/>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tx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DD224E-23B6-47C9-884F-933C7C4F51C0}"/>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tx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FC47E75-9830-4288-B0FF-5A3F11030B0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26742518"/>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837B22E5-0D68-AB40-B67E-16BEB115D26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10870F3-46F3-4F4B-A006-F8B98B537AE8}"/>
              </a:ext>
            </a:extLst>
          </p:cNvPr>
          <p:cNvSpPr txBox="1"/>
          <p:nvPr userDrawn="1"/>
        </p:nvSpPr>
        <p:spPr>
          <a:xfrm>
            <a:off x="6053480" y="3167390"/>
            <a:ext cx="4918334" cy="523220"/>
          </a:xfrm>
          <a:prstGeom prst="rect">
            <a:avLst/>
          </a:prstGeom>
          <a:noFill/>
        </p:spPr>
        <p:txBody>
          <a:bodyPr wrap="none" rtlCol="0" anchor="ctr">
            <a:spAutoFit/>
          </a:bodyPr>
          <a:lstStyle/>
          <a:p>
            <a:pPr algn="ctr"/>
            <a:r>
              <a:rPr lang="en-US" sz="2800" b="1" i="0">
                <a:solidFill>
                  <a:schemeClr val="bg1"/>
                </a:solidFill>
                <a:latin typeface="Ubuntu" panose="020B0504030602030204" pitchFamily="34" charset="0"/>
              </a:rPr>
              <a:t>make extraordinary happen</a:t>
            </a:r>
          </a:p>
        </p:txBody>
      </p:sp>
      <p:sp>
        <p:nvSpPr>
          <p:cNvPr id="6" name="Google Shape;64;p14">
            <a:extLst>
              <a:ext uri="{FF2B5EF4-FFF2-40B4-BE49-F238E27FC236}">
                <a16:creationId xmlns:a16="http://schemas.microsoft.com/office/drawing/2014/main" id="{DC92DFAF-D07B-1F42-A3C6-AB8FE06A85A8}"/>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3" name="Graphic 4">
            <a:extLst>
              <a:ext uri="{FF2B5EF4-FFF2-40B4-BE49-F238E27FC236}">
                <a16:creationId xmlns:a16="http://schemas.microsoft.com/office/drawing/2014/main" id="{AD0E1690-05A4-46CB-B650-7C2B6F164ABA}"/>
              </a:ext>
            </a:extLst>
          </p:cNvPr>
          <p:cNvGrpSpPr/>
          <p:nvPr userDrawn="1"/>
        </p:nvGrpSpPr>
        <p:grpSpPr>
          <a:xfrm>
            <a:off x="1989438" y="3196513"/>
            <a:ext cx="2159387" cy="481847"/>
            <a:chOff x="2497995" y="2687207"/>
            <a:chExt cx="5762625" cy="1285875"/>
          </a:xfrm>
        </p:grpSpPr>
        <p:sp>
          <p:nvSpPr>
            <p:cNvPr id="14" name="Freeform: Shape 13">
              <a:extLst>
                <a:ext uri="{FF2B5EF4-FFF2-40B4-BE49-F238E27FC236}">
                  <a16:creationId xmlns:a16="http://schemas.microsoft.com/office/drawing/2014/main" id="{3D313E15-7621-4E27-BBEA-86F4636DC780}"/>
                </a:ext>
              </a:extLst>
            </p:cNvPr>
            <p:cNvSpPr/>
            <p:nvPr/>
          </p:nvSpPr>
          <p:spPr>
            <a:xfrm>
              <a:off x="6115578" y="2688030"/>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solidFill>
              <a:srgbClr val="00A7E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621446A-9105-4482-BDA2-51301DFDB8E2}"/>
                </a:ext>
              </a:extLst>
            </p:cNvPr>
            <p:cNvSpPr/>
            <p:nvPr/>
          </p:nvSpPr>
          <p:spPr>
            <a:xfrm>
              <a:off x="7231355" y="2687969"/>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solidFill>
              <a:srgbClr val="00A7E1"/>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C840CF4-3BE7-47FF-BBC6-2D4CF97E3257}"/>
                </a:ext>
              </a:extLst>
            </p:cNvPr>
            <p:cNvSpPr/>
            <p:nvPr/>
          </p:nvSpPr>
          <p:spPr>
            <a:xfrm>
              <a:off x="2490851" y="2690776"/>
              <a:ext cx="1114425" cy="1266825"/>
            </a:xfrm>
            <a:custGeom>
              <a:avLst/>
              <a:gdLst>
                <a:gd name="connsiteX0" fmla="*/ 522161 w 1114425"/>
                <a:gd name="connsiteY0" fmla="*/ 8052 h 1266825"/>
                <a:gd name="connsiteX1" fmla="*/ 1111187 w 1114425"/>
                <a:gd name="connsiteY1" fmla="*/ 590315 h 1266825"/>
                <a:gd name="connsiteX2" fmla="*/ 1111187 w 1114425"/>
                <a:gd name="connsiteY2" fmla="*/ 1266590 h 1266825"/>
                <a:gd name="connsiteX3" fmla="*/ 777812 w 1114425"/>
                <a:gd name="connsiteY3" fmla="*/ 1266590 h 1266825"/>
                <a:gd name="connsiteX4" fmla="*/ 777812 w 1114425"/>
                <a:gd name="connsiteY4" fmla="*/ 634606 h 1266825"/>
                <a:gd name="connsiteX5" fmla="*/ 475012 w 1114425"/>
                <a:gd name="connsiteY5" fmla="*/ 310756 h 1266825"/>
                <a:gd name="connsiteX6" fmla="*/ 343757 w 1114425"/>
                <a:gd name="connsiteY6" fmla="*/ 310756 h 1266825"/>
                <a:gd name="connsiteX7" fmla="*/ 343757 w 1114425"/>
                <a:gd name="connsiteY7" fmla="*/ 1266876 h 1266825"/>
                <a:gd name="connsiteX8" fmla="*/ 7144 w 1114425"/>
                <a:gd name="connsiteY8" fmla="*/ 1266876 h 1266825"/>
                <a:gd name="connsiteX9" fmla="*/ 7144 w 1114425"/>
                <a:gd name="connsiteY9" fmla="*/ 8052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425" h="1266825">
                  <a:moveTo>
                    <a:pt x="522161" y="8052"/>
                  </a:moveTo>
                  <a:cubicBezTo>
                    <a:pt x="905828" y="-8807"/>
                    <a:pt x="1127951" y="209982"/>
                    <a:pt x="1111187" y="590315"/>
                  </a:cubicBezTo>
                  <a:lnTo>
                    <a:pt x="1111187" y="1266590"/>
                  </a:lnTo>
                  <a:lnTo>
                    <a:pt x="777812" y="1266590"/>
                  </a:lnTo>
                  <a:lnTo>
                    <a:pt x="777812" y="634606"/>
                  </a:lnTo>
                  <a:cubicBezTo>
                    <a:pt x="781336" y="391719"/>
                    <a:pt x="707231" y="310756"/>
                    <a:pt x="475012" y="310756"/>
                  </a:cubicBezTo>
                  <a:lnTo>
                    <a:pt x="343757" y="310756"/>
                  </a:lnTo>
                  <a:lnTo>
                    <a:pt x="343757" y="1266876"/>
                  </a:lnTo>
                  <a:lnTo>
                    <a:pt x="7144" y="1266876"/>
                  </a:lnTo>
                  <a:lnTo>
                    <a:pt x="7144" y="8052"/>
                  </a:lnTo>
                  <a:close/>
                </a:path>
              </a:pathLst>
            </a:custGeom>
            <a:solidFill>
              <a:schemeClr val="bg1"/>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381973A-3535-4DD7-826C-31EA1CCBD2E3}"/>
                </a:ext>
              </a:extLst>
            </p:cNvPr>
            <p:cNvSpPr/>
            <p:nvPr/>
          </p:nvSpPr>
          <p:spPr>
            <a:xfrm>
              <a:off x="5056219" y="2680063"/>
              <a:ext cx="838200" cy="1295400"/>
            </a:xfrm>
            <a:custGeom>
              <a:avLst/>
              <a:gdLst>
                <a:gd name="connsiteX0" fmla="*/ 543306 w 838200"/>
                <a:gd name="connsiteY0" fmla="*/ 524066 h 1295400"/>
                <a:gd name="connsiteX1" fmla="*/ 457010 w 838200"/>
                <a:gd name="connsiteY1" fmla="*/ 496538 h 1295400"/>
                <a:gd name="connsiteX2" fmla="*/ 322993 w 838200"/>
                <a:gd name="connsiteY2" fmla="*/ 378524 h 1295400"/>
                <a:gd name="connsiteX3" fmla="*/ 450056 w 838200"/>
                <a:gd name="connsiteY3" fmla="*/ 276511 h 1295400"/>
                <a:gd name="connsiteX4" fmla="*/ 621982 w 838200"/>
                <a:gd name="connsiteY4" fmla="*/ 308324 h 1295400"/>
                <a:gd name="connsiteX5" fmla="*/ 774383 w 838200"/>
                <a:gd name="connsiteY5" fmla="*/ 90869 h 1295400"/>
                <a:gd name="connsiteX6" fmla="*/ 441008 w 838200"/>
                <a:gd name="connsiteY6" fmla="*/ 7144 h 1295400"/>
                <a:gd name="connsiteX7" fmla="*/ 26289 w 838200"/>
                <a:gd name="connsiteY7" fmla="*/ 389001 h 1295400"/>
                <a:gd name="connsiteX8" fmla="*/ 303276 w 838200"/>
                <a:gd name="connsiteY8" fmla="*/ 751523 h 1295400"/>
                <a:gd name="connsiteX9" fmla="*/ 510635 w 838200"/>
                <a:gd name="connsiteY9" fmla="*/ 906018 h 1295400"/>
                <a:gd name="connsiteX10" fmla="*/ 423101 w 838200"/>
                <a:gd name="connsiteY10" fmla="*/ 1003840 h 1295400"/>
                <a:gd name="connsiteX11" fmla="*/ 169069 w 838200"/>
                <a:gd name="connsiteY11" fmla="*/ 961168 h 1295400"/>
                <a:gd name="connsiteX12" fmla="*/ 7144 w 838200"/>
                <a:gd name="connsiteY12" fmla="*/ 1191673 h 1295400"/>
                <a:gd name="connsiteX13" fmla="*/ 325279 w 838200"/>
                <a:gd name="connsiteY13" fmla="*/ 1294924 h 1295400"/>
                <a:gd name="connsiteX14" fmla="*/ 838676 w 838200"/>
                <a:gd name="connsiteY14" fmla="*/ 894874 h 1295400"/>
                <a:gd name="connsiteX15" fmla="*/ 543306 w 838200"/>
                <a:gd name="connsiteY15" fmla="*/ 524066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8200" h="1295400">
                  <a:moveTo>
                    <a:pt x="543306" y="524066"/>
                  </a:moveTo>
                  <a:lnTo>
                    <a:pt x="457010" y="496538"/>
                  </a:lnTo>
                  <a:cubicBezTo>
                    <a:pt x="405479" y="480346"/>
                    <a:pt x="322993" y="453962"/>
                    <a:pt x="322993" y="378524"/>
                  </a:cubicBezTo>
                  <a:cubicBezTo>
                    <a:pt x="322993" y="327660"/>
                    <a:pt x="358997" y="287274"/>
                    <a:pt x="450056" y="276511"/>
                  </a:cubicBezTo>
                  <a:cubicBezTo>
                    <a:pt x="509107" y="272851"/>
                    <a:pt x="568151" y="283777"/>
                    <a:pt x="621982" y="308324"/>
                  </a:cubicBezTo>
                  <a:lnTo>
                    <a:pt x="774383" y="90869"/>
                  </a:lnTo>
                  <a:cubicBezTo>
                    <a:pt x="771049" y="88773"/>
                    <a:pt x="651701" y="7144"/>
                    <a:pt x="441008" y="7144"/>
                  </a:cubicBezTo>
                  <a:cubicBezTo>
                    <a:pt x="169545" y="7144"/>
                    <a:pt x="26289" y="213836"/>
                    <a:pt x="26289" y="389001"/>
                  </a:cubicBezTo>
                  <a:cubicBezTo>
                    <a:pt x="26289" y="552926"/>
                    <a:pt x="109061" y="685800"/>
                    <a:pt x="303276" y="751523"/>
                  </a:cubicBezTo>
                  <a:cubicBezTo>
                    <a:pt x="450152" y="801243"/>
                    <a:pt x="510635" y="843153"/>
                    <a:pt x="510635" y="906018"/>
                  </a:cubicBezTo>
                  <a:cubicBezTo>
                    <a:pt x="510635" y="950024"/>
                    <a:pt x="482060" y="984313"/>
                    <a:pt x="423101" y="1003840"/>
                  </a:cubicBezTo>
                  <a:cubicBezTo>
                    <a:pt x="322707" y="1027652"/>
                    <a:pt x="223076" y="985838"/>
                    <a:pt x="169069" y="961168"/>
                  </a:cubicBezTo>
                  <a:lnTo>
                    <a:pt x="7144" y="1191673"/>
                  </a:lnTo>
                  <a:cubicBezTo>
                    <a:pt x="16002" y="1199007"/>
                    <a:pt x="140018" y="1281208"/>
                    <a:pt x="325279" y="1294924"/>
                  </a:cubicBezTo>
                  <a:cubicBezTo>
                    <a:pt x="562833" y="1312450"/>
                    <a:pt x="838676" y="1204722"/>
                    <a:pt x="838676" y="894874"/>
                  </a:cubicBezTo>
                  <a:cubicBezTo>
                    <a:pt x="838962" y="743522"/>
                    <a:pt x="746379" y="588645"/>
                    <a:pt x="543306" y="524066"/>
                  </a:cubicBezTo>
                  <a:close/>
                </a:path>
              </a:pathLst>
            </a:custGeom>
            <a:solidFill>
              <a:schemeClr val="bg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6CB66E5-BCBC-4234-BF8B-081592231E49}"/>
                </a:ext>
              </a:extLst>
            </p:cNvPr>
            <p:cNvSpPr/>
            <p:nvPr/>
          </p:nvSpPr>
          <p:spPr>
            <a:xfrm>
              <a:off x="3820541" y="2683111"/>
              <a:ext cx="1019175" cy="1295400"/>
            </a:xfrm>
            <a:custGeom>
              <a:avLst/>
              <a:gdLst>
                <a:gd name="connsiteX0" fmla="*/ 846868 w 1019175"/>
                <a:gd name="connsiteY0" fmla="*/ 947738 h 1295400"/>
                <a:gd name="connsiteX1" fmla="*/ 666369 w 1019175"/>
                <a:gd name="connsiteY1" fmla="*/ 987553 h 1295400"/>
                <a:gd name="connsiteX2" fmla="*/ 348043 w 1019175"/>
                <a:gd name="connsiteY2" fmla="*/ 640176 h 1295400"/>
                <a:gd name="connsiteX3" fmla="*/ 643890 w 1019175"/>
                <a:gd name="connsiteY3" fmla="*/ 308992 h 1295400"/>
                <a:gd name="connsiteX4" fmla="*/ 814578 w 1019175"/>
                <a:gd name="connsiteY4" fmla="*/ 347092 h 1295400"/>
                <a:gd name="connsiteX5" fmla="*/ 990028 w 1019175"/>
                <a:gd name="connsiteY5" fmla="*/ 96584 h 1295400"/>
                <a:gd name="connsiteX6" fmla="*/ 637603 w 1019175"/>
                <a:gd name="connsiteY6" fmla="*/ 7144 h 1295400"/>
                <a:gd name="connsiteX7" fmla="*/ 7144 w 1019175"/>
                <a:gd name="connsiteY7" fmla="*/ 653035 h 1295400"/>
                <a:gd name="connsiteX8" fmla="*/ 653510 w 1019175"/>
                <a:gd name="connsiteY8" fmla="*/ 1293019 h 1295400"/>
                <a:gd name="connsiteX9" fmla="*/ 1013651 w 1019175"/>
                <a:gd name="connsiteY9" fmla="*/ 1186911 h 1295400"/>
                <a:gd name="connsiteX10" fmla="*/ 1013174 w 1019175"/>
                <a:gd name="connsiteY10" fmla="*/ 1185292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9175" h="1295400">
                  <a:moveTo>
                    <a:pt x="846868" y="947738"/>
                  </a:moveTo>
                  <a:cubicBezTo>
                    <a:pt x="792671" y="982981"/>
                    <a:pt x="728091" y="987553"/>
                    <a:pt x="666369" y="987553"/>
                  </a:cubicBezTo>
                  <a:cubicBezTo>
                    <a:pt x="486251" y="987553"/>
                    <a:pt x="348043" y="839534"/>
                    <a:pt x="348043" y="640176"/>
                  </a:cubicBezTo>
                  <a:cubicBezTo>
                    <a:pt x="348043" y="450438"/>
                    <a:pt x="473392" y="308992"/>
                    <a:pt x="643890" y="308992"/>
                  </a:cubicBezTo>
                  <a:cubicBezTo>
                    <a:pt x="698182" y="308992"/>
                    <a:pt x="758190" y="312325"/>
                    <a:pt x="814578" y="347092"/>
                  </a:cubicBezTo>
                  <a:lnTo>
                    <a:pt x="990028" y="96584"/>
                  </a:lnTo>
                  <a:cubicBezTo>
                    <a:pt x="881788" y="38008"/>
                    <a:pt x="760678" y="7272"/>
                    <a:pt x="637603" y="7144"/>
                  </a:cubicBezTo>
                  <a:cubicBezTo>
                    <a:pt x="280511" y="6668"/>
                    <a:pt x="7144" y="286417"/>
                    <a:pt x="7144" y="653035"/>
                  </a:cubicBezTo>
                  <a:cubicBezTo>
                    <a:pt x="7144" y="1022890"/>
                    <a:pt x="277273" y="1293019"/>
                    <a:pt x="653510" y="1293019"/>
                  </a:cubicBezTo>
                  <a:cubicBezTo>
                    <a:pt x="798195" y="1293019"/>
                    <a:pt x="926878" y="1254919"/>
                    <a:pt x="1013651" y="1186911"/>
                  </a:cubicBezTo>
                  <a:lnTo>
                    <a:pt x="1013174" y="1185292"/>
                  </a:lnTo>
                  <a:close/>
                </a:path>
              </a:pathLst>
            </a:custGeom>
            <a:solidFill>
              <a:schemeClr val="bg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7053348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nimated">
    <p:bg>
      <p:bgPr>
        <a:solidFill>
          <a:schemeClr val="tx2"/>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387750A1-E8E1-1D41-ACF2-9B359F4A25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Google Shape;64;p14">
            <a:extLst>
              <a:ext uri="{FF2B5EF4-FFF2-40B4-BE49-F238E27FC236}">
                <a16:creationId xmlns:a16="http://schemas.microsoft.com/office/drawing/2014/main" id="{4210C7F0-90E8-3143-B46A-5A9715BAFEDE}"/>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spTree>
    <p:extLst>
      <p:ext uri="{BB962C8B-B14F-4D97-AF65-F5344CB8AC3E}">
        <p14:creationId xmlns:p14="http://schemas.microsoft.com/office/powerpoint/2010/main" val="145000208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tx2"/>
        </a:solidFill>
        <a:effectLst/>
      </p:bgPr>
    </p:bg>
    <p:spTree>
      <p:nvGrpSpPr>
        <p:cNvPr id="1" name=""/>
        <p:cNvGrpSpPr/>
        <p:nvPr/>
      </p:nvGrpSpPr>
      <p:grpSpPr>
        <a:xfrm>
          <a:off x="0" y="0"/>
          <a:ext cx="0" cy="0"/>
          <a:chOff x="0" y="0"/>
          <a:chExt cx="0" cy="0"/>
        </a:xfrm>
      </p:grpSpPr>
      <p:sp>
        <p:nvSpPr>
          <p:cNvPr id="4" name="Google Shape;64;p14">
            <a:extLst>
              <a:ext uri="{FF2B5EF4-FFF2-40B4-BE49-F238E27FC236}">
                <a16:creationId xmlns:a16="http://schemas.microsoft.com/office/drawing/2014/main" id="{F7AEBA34-CB66-F347-A197-808C0226589C}"/>
              </a:ext>
            </a:extLst>
          </p:cNvPr>
          <p:cNvSpPr txBox="1"/>
          <p:nvPr userDrawn="1"/>
        </p:nvSpPr>
        <p:spPr>
          <a:xfrm>
            <a:off x="949710" y="6395991"/>
            <a:ext cx="10292580" cy="393600"/>
          </a:xfrm>
          <a:prstGeom prst="rect">
            <a:avLst/>
          </a:prstGeom>
          <a:noFill/>
          <a:ln>
            <a:noFill/>
          </a:ln>
        </p:spPr>
        <p:txBody>
          <a:bodyPr spcFirstLastPara="1" wrap="square" lIns="91425" tIns="91425" rIns="91425" bIns="91425" anchor="ctr" anchorCtr="0">
            <a:noAutofit/>
          </a:bodyPr>
          <a:lstStyle/>
          <a:p>
            <a:pPr algn="ctr"/>
            <a:r>
              <a:rPr lang="en-US" sz="600" b="0" i="0" u="none" strike="noStrike" kern="1200">
                <a:solidFill>
                  <a:schemeClr val="bg1"/>
                </a:solidFill>
                <a:effectLst/>
                <a:latin typeface="Ubuntu" panose="020B0504030602030204" pitchFamily="34" charset="0"/>
                <a:ea typeface="+mn-ea"/>
                <a:cs typeface="+mn-cs"/>
              </a:rPr>
              <a:t>© NCS Pte Ltd 2021. All Rights Reserved. The content of this presentation is proprietary and confidential information of NCS. It is not intended to be distributed without the written consent of NCS.</a:t>
            </a:r>
          </a:p>
        </p:txBody>
      </p:sp>
      <p:grpSp>
        <p:nvGrpSpPr>
          <p:cNvPr id="15" name="Group 14">
            <a:extLst>
              <a:ext uri="{FF2B5EF4-FFF2-40B4-BE49-F238E27FC236}">
                <a16:creationId xmlns:a16="http://schemas.microsoft.com/office/drawing/2014/main" id="{E340942D-CC4B-46CA-AFA6-E4BDA1A3474E}"/>
              </a:ext>
            </a:extLst>
          </p:cNvPr>
          <p:cNvGrpSpPr/>
          <p:nvPr userDrawn="1"/>
        </p:nvGrpSpPr>
        <p:grpSpPr>
          <a:xfrm>
            <a:off x="4209020" y="2340918"/>
            <a:ext cx="3883428" cy="2134887"/>
            <a:chOff x="4578413" y="2894128"/>
            <a:chExt cx="2144477" cy="1266886"/>
          </a:xfrm>
          <a:solidFill>
            <a:schemeClr val="tx1"/>
          </a:solidFill>
        </p:grpSpPr>
        <p:sp>
          <p:nvSpPr>
            <p:cNvPr id="16" name="Freeform: Shape 15">
              <a:extLst>
                <a:ext uri="{FF2B5EF4-FFF2-40B4-BE49-F238E27FC236}">
                  <a16:creationId xmlns:a16="http://schemas.microsoft.com/office/drawing/2014/main" id="{602FFBDB-02EA-4211-9787-AA1E6A4062B8}"/>
                </a:ext>
              </a:extLst>
            </p:cNvPr>
            <p:cNvSpPr/>
            <p:nvPr userDrawn="1"/>
          </p:nvSpPr>
          <p:spPr>
            <a:xfrm>
              <a:off x="4578413" y="2894189"/>
              <a:ext cx="1028700" cy="1266825"/>
            </a:xfrm>
            <a:custGeom>
              <a:avLst/>
              <a:gdLst>
                <a:gd name="connsiteX0" fmla="*/ 838403 w 1028700"/>
                <a:gd name="connsiteY0" fmla="*/ 25466 h 1266825"/>
                <a:gd name="connsiteX1" fmla="*/ 14871 w 1028700"/>
                <a:gd name="connsiteY1" fmla="*/ 1201613 h 1266825"/>
                <a:gd name="connsiteX2" fmla="*/ 25531 w 1028700"/>
                <a:gd name="connsiteY2" fmla="*/ 1261422 h 1266825"/>
                <a:gd name="connsiteX3" fmla="*/ 50113 w 1028700"/>
                <a:gd name="connsiteY3" fmla="*/ 1269146 h 1266825"/>
                <a:gd name="connsiteX4" fmla="*/ 379964 w 1028700"/>
                <a:gd name="connsiteY4" fmla="*/ 1269146 h 1266825"/>
                <a:gd name="connsiteX5" fmla="*/ 430447 w 1028700"/>
                <a:gd name="connsiteY5" fmla="*/ 1242857 h 1266825"/>
                <a:gd name="connsiteX6" fmla="*/ 1019568 w 1028700"/>
                <a:gd name="connsiteY6" fmla="*/ 401609 h 1266825"/>
                <a:gd name="connsiteX7" fmla="*/ 1026997 w 1028700"/>
                <a:gd name="connsiteY7" fmla="*/ 345125 h 1266825"/>
                <a:gd name="connsiteX8" fmla="*/ 913936 w 1028700"/>
                <a:gd name="connsiteY8" fmla="*/ 35372 h 1266825"/>
                <a:gd name="connsiteX9" fmla="*/ 858846 w 1028700"/>
                <a:gd name="connsiteY9" fmla="*/ 9764 h 1266825"/>
                <a:gd name="connsiteX10" fmla="*/ 838403 w 1028700"/>
                <a:gd name="connsiteY10" fmla="*/ 25466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838403" y="25466"/>
                  </a:moveTo>
                  <a:lnTo>
                    <a:pt x="14871" y="1201613"/>
                  </a:lnTo>
                  <a:cubicBezTo>
                    <a:pt x="1299" y="1221073"/>
                    <a:pt x="6071" y="1247850"/>
                    <a:pt x="25531" y="1261422"/>
                  </a:cubicBezTo>
                  <a:cubicBezTo>
                    <a:pt x="32742" y="1266452"/>
                    <a:pt x="41322" y="1269147"/>
                    <a:pt x="50113" y="1269146"/>
                  </a:cubicBezTo>
                  <a:lnTo>
                    <a:pt x="379964" y="1269146"/>
                  </a:lnTo>
                  <a:cubicBezTo>
                    <a:pt x="400077" y="1269160"/>
                    <a:pt x="418927" y="1259344"/>
                    <a:pt x="430447" y="1242857"/>
                  </a:cubicBezTo>
                  <a:lnTo>
                    <a:pt x="1019568" y="401609"/>
                  </a:lnTo>
                  <a:cubicBezTo>
                    <a:pt x="1031090" y="385112"/>
                    <a:pt x="1033861" y="364040"/>
                    <a:pt x="1026997" y="345125"/>
                  </a:cubicBezTo>
                  <a:lnTo>
                    <a:pt x="913936" y="35372"/>
                  </a:lnTo>
                  <a:cubicBezTo>
                    <a:pt x="905795" y="13088"/>
                    <a:pt x="881130" y="1623"/>
                    <a:pt x="858846" y="9764"/>
                  </a:cubicBezTo>
                  <a:cubicBezTo>
                    <a:pt x="850584" y="12782"/>
                    <a:pt x="843449" y="18263"/>
                    <a:pt x="838403" y="25466"/>
                  </a:cubicBezTo>
                  <a:close/>
                </a:path>
              </a:pathLst>
            </a:custGeom>
            <a:grp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5F9EF53-6CE3-4334-81D3-3EF28B84F543}"/>
                </a:ext>
              </a:extLst>
            </p:cNvPr>
            <p:cNvSpPr/>
            <p:nvPr userDrawn="1"/>
          </p:nvSpPr>
          <p:spPr>
            <a:xfrm>
              <a:off x="5694190" y="2894128"/>
              <a:ext cx="1028700" cy="1266825"/>
            </a:xfrm>
            <a:custGeom>
              <a:avLst/>
              <a:gdLst>
                <a:gd name="connsiteX0" fmla="*/ 987831 w 1028700"/>
                <a:gd name="connsiteY0" fmla="*/ 7144 h 1266825"/>
                <a:gd name="connsiteX1" fmla="*/ 657790 w 1028700"/>
                <a:gd name="connsiteY1" fmla="*/ 7144 h 1266825"/>
                <a:gd name="connsiteX2" fmla="*/ 607307 w 1028700"/>
                <a:gd name="connsiteY2" fmla="*/ 33433 h 1266825"/>
                <a:gd name="connsiteX3" fmla="*/ 18281 w 1028700"/>
                <a:gd name="connsiteY3" fmla="*/ 874776 h 1266825"/>
                <a:gd name="connsiteX4" fmla="*/ 10851 w 1028700"/>
                <a:gd name="connsiteY4" fmla="*/ 931164 h 1266825"/>
                <a:gd name="connsiteX5" fmla="*/ 123628 w 1028700"/>
                <a:gd name="connsiteY5" fmla="*/ 1240917 h 1266825"/>
                <a:gd name="connsiteX6" fmla="*/ 178875 w 1028700"/>
                <a:gd name="connsiteY6" fmla="*/ 1266184 h 1266825"/>
                <a:gd name="connsiteX7" fmla="*/ 199161 w 1028700"/>
                <a:gd name="connsiteY7" fmla="*/ 1250442 h 1266825"/>
                <a:gd name="connsiteX8" fmla="*/ 1022978 w 1028700"/>
                <a:gd name="connsiteY8" fmla="*/ 74771 h 1266825"/>
                <a:gd name="connsiteX9" fmla="*/ 1012480 w 1028700"/>
                <a:gd name="connsiteY9" fmla="*/ 14934 h 1266825"/>
                <a:gd name="connsiteX10" fmla="*/ 987831 w 1028700"/>
                <a:gd name="connsiteY10" fmla="*/ 7144 h 126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8700" h="1266825">
                  <a:moveTo>
                    <a:pt x="987831" y="7144"/>
                  </a:moveTo>
                  <a:lnTo>
                    <a:pt x="657790" y="7144"/>
                  </a:lnTo>
                  <a:cubicBezTo>
                    <a:pt x="637681" y="7146"/>
                    <a:pt x="618838" y="16958"/>
                    <a:pt x="607307" y="33433"/>
                  </a:cubicBezTo>
                  <a:lnTo>
                    <a:pt x="18281" y="874776"/>
                  </a:lnTo>
                  <a:cubicBezTo>
                    <a:pt x="6760" y="891237"/>
                    <a:pt x="3988" y="912281"/>
                    <a:pt x="10851" y="931164"/>
                  </a:cubicBezTo>
                  <a:lnTo>
                    <a:pt x="123628" y="1240917"/>
                  </a:lnTo>
                  <a:cubicBezTo>
                    <a:pt x="131907" y="1263151"/>
                    <a:pt x="156642" y="1274463"/>
                    <a:pt x="178875" y="1266184"/>
                  </a:cubicBezTo>
                  <a:cubicBezTo>
                    <a:pt x="187084" y="1263128"/>
                    <a:pt x="194162" y="1257635"/>
                    <a:pt x="199161" y="1250442"/>
                  </a:cubicBezTo>
                  <a:lnTo>
                    <a:pt x="1022978" y="74771"/>
                  </a:lnTo>
                  <a:cubicBezTo>
                    <a:pt x="1036603" y="55349"/>
                    <a:pt x="1031903" y="28558"/>
                    <a:pt x="1012480" y="14934"/>
                  </a:cubicBezTo>
                  <a:cubicBezTo>
                    <a:pt x="1005259" y="9868"/>
                    <a:pt x="996652" y="7148"/>
                    <a:pt x="987831" y="7144"/>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7440031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6" Type="http://schemas.openxmlformats.org/officeDocument/2006/relationships/theme" Target="../theme/theme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7.jpe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092824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670" r:id="rId3"/>
    <p:sldLayoutId id="2147483669" r:id="rId4"/>
    <p:sldLayoutId id="2147483671" r:id="rId5"/>
    <p:sldLayoutId id="2147483727" r:id="rId6"/>
    <p:sldLayoutId id="2147483691" r:id="rId7"/>
    <p:sldLayoutId id="2147483692" r:id="rId8"/>
    <p:sldLayoutId id="2147483693" r:id="rId9"/>
    <p:sldLayoutId id="2147483769" r:id="rId10"/>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70" userDrawn="1">
          <p15:clr>
            <a:srgbClr val="F26B43"/>
          </p15:clr>
        </p15:guide>
        <p15:guide id="3" pos="731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0" userDrawn="1">
          <p15:clr>
            <a:srgbClr val="F26B43"/>
          </p15:clr>
        </p15:guide>
        <p15:guide id="8" pos="3772" userDrawn="1">
          <p15:clr>
            <a:srgbClr val="F26B43"/>
          </p15:clr>
        </p15:guide>
        <p15:guide id="9" pos="3897" userDrawn="1">
          <p15:clr>
            <a:srgbClr val="F26B43"/>
          </p15:clr>
        </p15:guide>
        <p15:guide id="10" pos="4951" userDrawn="1">
          <p15:clr>
            <a:srgbClr val="F26B43"/>
          </p15:clr>
        </p15:guide>
        <p15:guide id="11" pos="5074" userDrawn="1">
          <p15:clr>
            <a:srgbClr val="F26B43"/>
          </p15:clr>
        </p15:guide>
        <p15:guide id="12" pos="6131" userDrawn="1">
          <p15:clr>
            <a:srgbClr val="F26B43"/>
          </p15:clr>
        </p15:guide>
        <p15:guide id="13" pos="6244" userDrawn="1">
          <p15:clr>
            <a:srgbClr val="F26B43"/>
          </p15:clr>
        </p15:guide>
        <p15:guide id="14" pos="1980" userDrawn="1">
          <p15:clr>
            <a:srgbClr val="F26B43"/>
          </p15:clr>
        </p15:guide>
        <p15:guide id="15" pos="2139" userDrawn="1">
          <p15:clr>
            <a:srgbClr val="F26B43"/>
          </p15:clr>
        </p15:guide>
        <p15:guide id="16" pos="5541" userDrawn="1">
          <p15:clr>
            <a:srgbClr val="F26B43"/>
          </p15:clr>
        </p15:guide>
        <p15:guide id="17" pos="5677" userDrawn="1">
          <p15:clr>
            <a:srgbClr val="F26B43"/>
          </p15:clr>
        </p15:guide>
        <p15:guide id="18" orient="horz" pos="35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048565"/>
      </p:ext>
    </p:extLst>
  </p:cSld>
  <p:clrMap bg1="lt1" tx1="dk1" bg2="lt2" tx2="dk2" accent1="accent1" accent2="accent2" accent3="accent3" accent4="accent4" accent5="accent5" accent6="accent6" hlink="hlink" folHlink="folHlink"/>
  <p:sldLayoutIdLst>
    <p:sldLayoutId id="2147483663" r:id="rId1"/>
    <p:sldLayoutId id="2147483651" r:id="rId2"/>
    <p:sldLayoutId id="2147483689" r:id="rId3"/>
    <p:sldLayoutId id="2147483652" r:id="rId4"/>
    <p:sldLayoutId id="2147483653" r:id="rId5"/>
    <p:sldLayoutId id="2147483688" r:id="rId6"/>
    <p:sldLayoutId id="2147483765" r:id="rId7"/>
    <p:sldLayoutId id="2147483767" r:id="rId8"/>
    <p:sldLayoutId id="2147483690" r:id="rId9"/>
    <p:sldLayoutId id="2147483700" r:id="rId10"/>
    <p:sldLayoutId id="2147483701" r:id="rId11"/>
    <p:sldLayoutId id="2147483702" r:id="rId12"/>
    <p:sldLayoutId id="2147483766" r:id="rId13"/>
    <p:sldLayoutId id="2147483768" r:id="rId14"/>
    <p:sldLayoutId id="2147483770" r:id="rId15"/>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72" userDrawn="1">
          <p15:clr>
            <a:srgbClr val="F26B43"/>
          </p15:clr>
        </p15:guide>
        <p15:guide id="2" pos="3897" userDrawn="1">
          <p15:clr>
            <a:srgbClr val="F26B43"/>
          </p15:clr>
        </p15:guide>
        <p15:guide id="3" pos="370" userDrawn="1">
          <p15:clr>
            <a:srgbClr val="F26B43"/>
          </p15:clr>
        </p15:guide>
        <p15:guide id="4" pos="1422" userDrawn="1">
          <p15:clr>
            <a:srgbClr val="F26B43"/>
          </p15:clr>
        </p15:guide>
        <p15:guide id="5" pos="1549" userDrawn="1">
          <p15:clr>
            <a:srgbClr val="F26B43"/>
          </p15:clr>
        </p15:guide>
        <p15:guide id="6" pos="2605" userDrawn="1">
          <p15:clr>
            <a:srgbClr val="F26B43"/>
          </p15:clr>
        </p15:guide>
        <p15:guide id="7" pos="2725" userDrawn="1">
          <p15:clr>
            <a:srgbClr val="F26B43"/>
          </p15:clr>
        </p15:guide>
        <p15:guide id="8" pos="4951" userDrawn="1">
          <p15:clr>
            <a:srgbClr val="F26B43"/>
          </p15:clr>
        </p15:guide>
        <p15:guide id="9" pos="5079" userDrawn="1">
          <p15:clr>
            <a:srgbClr val="F26B43"/>
          </p15:clr>
        </p15:guide>
        <p15:guide id="10" pos="6131" userDrawn="1">
          <p15:clr>
            <a:srgbClr val="F26B43"/>
          </p15:clr>
        </p15:guide>
        <p15:guide id="11" pos="6256" userDrawn="1">
          <p15:clr>
            <a:srgbClr val="F26B43"/>
          </p15:clr>
        </p15:guide>
        <p15:guide id="12" pos="5535" userDrawn="1">
          <p15:clr>
            <a:srgbClr val="F26B43"/>
          </p15:clr>
        </p15:guide>
        <p15:guide id="13" pos="5690" userDrawn="1">
          <p15:clr>
            <a:srgbClr val="F26B43"/>
          </p15:clr>
        </p15:guide>
        <p15:guide id="14" pos="1983" userDrawn="1">
          <p15:clr>
            <a:srgbClr val="F26B43"/>
          </p15:clr>
        </p15:guide>
        <p15:guide id="15" pos="2144" userDrawn="1">
          <p15:clr>
            <a:srgbClr val="F26B43"/>
          </p15:clr>
        </p15:guide>
        <p15:guide id="16" orient="horz" pos="350" userDrawn="1">
          <p15:clr>
            <a:srgbClr val="F26B43"/>
          </p15:clr>
        </p15:guide>
        <p15:guide id="17" pos="729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descr="Shape&#10;&#10;Description automatically generated">
            <a:extLst>
              <a:ext uri="{FF2B5EF4-FFF2-40B4-BE49-F238E27FC236}">
                <a16:creationId xmlns:a16="http://schemas.microsoft.com/office/drawing/2014/main" id="{A343E2A0-B14C-4B41-8660-A49E8749E8EB}"/>
              </a:ext>
            </a:extLst>
          </p:cNvPr>
          <p:cNvPicPr>
            <a:picLocks noChangeAspect="1"/>
          </p:cNvPicPr>
          <p:nvPr userDrawn="1"/>
        </p:nvPicPr>
        <p:blipFill>
          <a:blip r:embed="rId9">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160757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7" r:id="rId4"/>
    <p:sldLayoutId id="2147483759" r:id="rId5"/>
    <p:sldLayoutId id="2147483760" r:id="rId6"/>
    <p:sldLayoutId id="2147483761" r:id="rId7"/>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0" userDrawn="1">
          <p15:clr>
            <a:srgbClr val="F26B43"/>
          </p15:clr>
        </p15:guide>
        <p15:guide id="2" orient="horz" pos="223" userDrawn="1">
          <p15:clr>
            <a:srgbClr val="F26B43"/>
          </p15:clr>
        </p15:guide>
        <p15:guide id="3" pos="1418" userDrawn="1">
          <p15:clr>
            <a:srgbClr val="F26B43"/>
          </p15:clr>
        </p15:guide>
        <p15:guide id="4" pos="1548" userDrawn="1">
          <p15:clr>
            <a:srgbClr val="F26B43"/>
          </p15:clr>
        </p15:guide>
        <p15:guide id="5" pos="2601" userDrawn="1">
          <p15:clr>
            <a:srgbClr val="F26B43"/>
          </p15:clr>
        </p15:guide>
        <p15:guide id="6" pos="2725" userDrawn="1">
          <p15:clr>
            <a:srgbClr val="F26B43"/>
          </p15:clr>
        </p15:guide>
        <p15:guide id="7" pos="3784" userDrawn="1">
          <p15:clr>
            <a:srgbClr val="F26B43"/>
          </p15:clr>
        </p15:guide>
        <p15:guide id="8" pos="3902" userDrawn="1">
          <p15:clr>
            <a:srgbClr val="F26B43"/>
          </p15:clr>
        </p15:guide>
        <p15:guide id="9" pos="5079" userDrawn="1">
          <p15:clr>
            <a:srgbClr val="F26B43"/>
          </p15:clr>
        </p15:guide>
        <p15:guide id="10" pos="6255" userDrawn="1">
          <p15:clr>
            <a:srgbClr val="F26B43"/>
          </p15:clr>
        </p15:guide>
        <p15:guide id="11" pos="4951" userDrawn="1">
          <p15:clr>
            <a:srgbClr val="F26B43"/>
          </p15:clr>
        </p15:guide>
        <p15:guide id="12" pos="6132" userDrawn="1">
          <p15:clr>
            <a:srgbClr val="F26B43"/>
          </p15:clr>
        </p15:guide>
        <p15:guide id="13" pos="7308" userDrawn="1">
          <p15:clr>
            <a:srgbClr val="F26B43"/>
          </p15:clr>
        </p15:guide>
        <p15:guide id="14" pos="5692" userDrawn="1">
          <p15:clr>
            <a:srgbClr val="F26B43"/>
          </p15:clr>
        </p15:guide>
        <p15:guide id="15" pos="5537" userDrawn="1">
          <p15:clr>
            <a:srgbClr val="F26B43"/>
          </p15:clr>
        </p15:guide>
        <p15:guide id="16" pos="1988" userDrawn="1">
          <p15:clr>
            <a:srgbClr val="F26B43"/>
          </p15:clr>
        </p15:guide>
        <p15:guide id="17" pos="2149"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12AC8A-8C5F-2143-BA14-F44BEC19E827}"/>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flipV="1">
            <a:off x="591399" y="7131088"/>
            <a:ext cx="11009202" cy="100535"/>
          </a:xfrm>
          <a:prstGeom prst="rect">
            <a:avLst/>
          </a:prstGeom>
        </p:spPr>
      </p:pic>
      <p:pic>
        <p:nvPicPr>
          <p:cNvPr id="5" name="Picture 4">
            <a:extLst>
              <a:ext uri="{FF2B5EF4-FFF2-40B4-BE49-F238E27FC236}">
                <a16:creationId xmlns:a16="http://schemas.microsoft.com/office/drawing/2014/main" id="{8DB5E4D5-1564-024E-8A7D-806AAB30F8D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596900" y="7481127"/>
            <a:ext cx="10998200" cy="99116"/>
          </a:xfrm>
          <a:prstGeom prst="rect">
            <a:avLst/>
          </a:prstGeom>
        </p:spPr>
      </p:pic>
    </p:spTree>
    <p:extLst>
      <p:ext uri="{BB962C8B-B14F-4D97-AF65-F5344CB8AC3E}">
        <p14:creationId xmlns:p14="http://schemas.microsoft.com/office/powerpoint/2010/main" val="3485197141"/>
      </p:ext>
    </p:extLst>
  </p:cSld>
  <p:clrMap bg1="lt1" tx1="dk1" bg2="lt2" tx2="dk2" accent1="accent1" accent2="accent2" accent3="accent3" accent4="accent4" accent5="accent5" accent6="accent6" hlink="hlink" folHlink="folHlink"/>
  <p:sldLayoutIdLst>
    <p:sldLayoutId id="2147483709" r:id="rId1"/>
    <p:sldLayoutId id="2147483724" r:id="rId2"/>
    <p:sldLayoutId id="2147483705" r:id="rId3"/>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p:txBody>
          <a:bodyPr/>
          <a:lstStyle/>
          <a:p>
            <a:r>
              <a:rPr lang="en-US" dirty="0"/>
              <a:t>AWS Application Deployment</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p:txBody>
          <a:bodyPr/>
          <a:lstStyle/>
          <a:p>
            <a:r>
              <a:rPr lang="en-US" dirty="0"/>
              <a:t>Machine Learning Application Deployment using AWS Elastic Beanstalk (EBS)</a:t>
            </a:r>
          </a:p>
          <a:p>
            <a:r>
              <a:rPr lang="en-US" dirty="0"/>
              <a:t>Razin Bin Zaidun</a:t>
            </a:r>
          </a:p>
        </p:txBody>
      </p:sp>
    </p:spTree>
    <p:extLst>
      <p:ext uri="{BB962C8B-B14F-4D97-AF65-F5344CB8AC3E}">
        <p14:creationId xmlns:p14="http://schemas.microsoft.com/office/powerpoint/2010/main" val="87490640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400" y="1164910"/>
            <a:ext cx="5398584" cy="783153"/>
          </a:xfrm>
        </p:spPr>
        <p:txBody>
          <a:bodyPr/>
          <a:lstStyle/>
          <a:p>
            <a:r>
              <a:rPr lang="en-US" dirty="0"/>
              <a:t>Agenda</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1"/>
          </p:nvPr>
        </p:nvSpPr>
        <p:spPr>
          <a:xfrm>
            <a:off x="6210804" y="1165226"/>
            <a:ext cx="5398584" cy="4731992"/>
          </a:xfrm>
        </p:spPr>
        <p:txBody>
          <a:bodyPr/>
          <a:lstStyle/>
          <a:p>
            <a:r>
              <a:rPr lang="en-SG" dirty="0"/>
              <a:t>Introduction to AWS Elastic Beanstalk</a:t>
            </a:r>
          </a:p>
          <a:p>
            <a:r>
              <a:rPr lang="en-SG" dirty="0"/>
              <a:t>How Elastic Beanstalk Works</a:t>
            </a:r>
          </a:p>
          <a:p>
            <a:r>
              <a:rPr lang="en-SG" dirty="0"/>
              <a:t>Why Use Elastic Beanstalk </a:t>
            </a:r>
          </a:p>
          <a:p>
            <a:r>
              <a:rPr lang="en-SG" dirty="0"/>
              <a:t>Cost Optimization</a:t>
            </a:r>
          </a:p>
          <a:p>
            <a:r>
              <a:rPr lang="en-SG" dirty="0"/>
              <a:t>Summary &amp; Recommendation</a:t>
            </a:r>
          </a:p>
        </p:txBody>
      </p:sp>
    </p:spTree>
    <p:extLst>
      <p:ext uri="{BB962C8B-B14F-4D97-AF65-F5344CB8AC3E}">
        <p14:creationId xmlns:p14="http://schemas.microsoft.com/office/powerpoint/2010/main" val="79743499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F7BC17-C097-EF49-903E-0A1FFF9051AD}"/>
              </a:ext>
            </a:extLst>
          </p:cNvPr>
          <p:cNvSpPr>
            <a:spLocks noGrp="1"/>
          </p:cNvSpPr>
          <p:nvPr>
            <p:ph type="body" sz="quarter" idx="10"/>
          </p:nvPr>
        </p:nvSpPr>
        <p:spPr/>
        <p:txBody>
          <a:bodyPr/>
          <a:lstStyle/>
          <a:p>
            <a:r>
              <a:rPr lang="en-GB" dirty="0"/>
              <a:t>Introduction</a:t>
            </a:r>
          </a:p>
          <a:p>
            <a:endParaRPr lang="en-US" dirty="0"/>
          </a:p>
          <a:p>
            <a:endParaRPr lang="en-US" dirty="0"/>
          </a:p>
        </p:txBody>
      </p:sp>
    </p:spTree>
    <p:extLst>
      <p:ext uri="{BB962C8B-B14F-4D97-AF65-F5344CB8AC3E}">
        <p14:creationId xmlns:p14="http://schemas.microsoft.com/office/powerpoint/2010/main" val="33751077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1399" y="572679"/>
            <a:ext cx="6594591" cy="792984"/>
          </a:xfrm>
        </p:spPr>
        <p:txBody>
          <a:bodyPr/>
          <a:lstStyle/>
          <a:p>
            <a:r>
              <a:rPr lang="en-US" dirty="0"/>
              <a:t>What is AWS EBS?</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399" y="1458686"/>
            <a:ext cx="7068185" cy="4502728"/>
          </a:xfrm>
        </p:spPr>
        <p:txBody>
          <a:bodyPr/>
          <a:lstStyle/>
          <a:p>
            <a:pPr fontAlgn="base"/>
            <a:r>
              <a:rPr lang="en-SG" sz="1800" b="1" dirty="0"/>
              <a:t>Simplified Application Deployment</a:t>
            </a:r>
          </a:p>
          <a:p>
            <a:pPr fontAlgn="base"/>
            <a:r>
              <a:rPr lang="en-US" sz="1800" dirty="0">
                <a:solidFill>
                  <a:schemeClr val="bg2">
                    <a:lumMod val="25000"/>
                    <a:lumOff val="75000"/>
                  </a:schemeClr>
                </a:solidFill>
              </a:rPr>
              <a:t>AWS Elastic Beanstalk allows developers to quickly deploy and manage applications in the cloud without worrying about the underlying infrastructure. </a:t>
            </a:r>
          </a:p>
          <a:p>
            <a:pPr fontAlgn="base"/>
            <a:r>
              <a:rPr lang="en-SG" sz="1800" b="1" dirty="0"/>
              <a:t>Supports Popular Platforms </a:t>
            </a:r>
          </a:p>
          <a:p>
            <a:pPr fontAlgn="base"/>
            <a:r>
              <a:rPr lang="en-US" sz="1800" dirty="0">
                <a:solidFill>
                  <a:schemeClr val="bg2">
                    <a:lumMod val="25000"/>
                    <a:lumOff val="75000"/>
                  </a:schemeClr>
                </a:solidFill>
              </a:rPr>
              <a:t>Elastic Beanstalk supports several programming languages and frameworks, such as </a:t>
            </a:r>
            <a:r>
              <a:rPr lang="en-US" sz="1800" b="1" dirty="0">
                <a:solidFill>
                  <a:schemeClr val="bg2">
                    <a:lumMod val="25000"/>
                    <a:lumOff val="75000"/>
                  </a:schemeClr>
                </a:solidFill>
              </a:rPr>
              <a:t>Python</a:t>
            </a:r>
            <a:r>
              <a:rPr lang="en-US" sz="1800" dirty="0">
                <a:solidFill>
                  <a:schemeClr val="bg2">
                    <a:lumMod val="25000"/>
                    <a:lumOff val="75000"/>
                  </a:schemeClr>
                </a:solidFill>
              </a:rPr>
              <a:t>, </a:t>
            </a:r>
            <a:r>
              <a:rPr lang="en-US" sz="1800" b="1" dirty="0">
                <a:solidFill>
                  <a:schemeClr val="bg2">
                    <a:lumMod val="25000"/>
                    <a:lumOff val="75000"/>
                  </a:schemeClr>
                </a:solidFill>
              </a:rPr>
              <a:t>Node.js</a:t>
            </a:r>
            <a:r>
              <a:rPr lang="en-US" sz="1800" dirty="0">
                <a:solidFill>
                  <a:schemeClr val="bg2">
                    <a:lumMod val="25000"/>
                    <a:lumOff val="75000"/>
                  </a:schemeClr>
                </a:solidFill>
              </a:rPr>
              <a:t>, </a:t>
            </a:r>
            <a:r>
              <a:rPr lang="en-US" sz="1800" b="1" dirty="0">
                <a:solidFill>
                  <a:schemeClr val="bg2">
                    <a:lumMod val="25000"/>
                    <a:lumOff val="75000"/>
                  </a:schemeClr>
                </a:solidFill>
              </a:rPr>
              <a:t>Java</a:t>
            </a:r>
            <a:r>
              <a:rPr lang="en-US" sz="1800" dirty="0">
                <a:solidFill>
                  <a:schemeClr val="bg2">
                    <a:lumMod val="25000"/>
                    <a:lumOff val="75000"/>
                  </a:schemeClr>
                </a:solidFill>
              </a:rPr>
              <a:t>, </a:t>
            </a:r>
            <a:r>
              <a:rPr lang="en-US" sz="1800" b="1" dirty="0">
                <a:solidFill>
                  <a:schemeClr val="bg2">
                    <a:lumMod val="25000"/>
                    <a:lumOff val="75000"/>
                  </a:schemeClr>
                </a:solidFill>
              </a:rPr>
              <a:t>Ruby</a:t>
            </a:r>
            <a:r>
              <a:rPr lang="en-US" sz="1800" dirty="0">
                <a:solidFill>
                  <a:schemeClr val="bg2">
                    <a:lumMod val="25000"/>
                    <a:lumOff val="75000"/>
                  </a:schemeClr>
                </a:solidFill>
              </a:rPr>
              <a:t>, and more, enabling flexibility for developers.</a:t>
            </a:r>
          </a:p>
          <a:p>
            <a:pPr fontAlgn="base"/>
            <a:r>
              <a:rPr lang="en-SG" sz="1800" b="1" dirty="0"/>
              <a:t>Managed Infrastructure</a:t>
            </a:r>
          </a:p>
          <a:p>
            <a:pPr fontAlgn="base"/>
            <a:r>
              <a:rPr lang="en-US" sz="1800" dirty="0">
                <a:solidFill>
                  <a:schemeClr val="bg2">
                    <a:lumMod val="25000"/>
                    <a:lumOff val="75000"/>
                  </a:schemeClr>
                </a:solidFill>
              </a:rPr>
              <a:t>With EBS, you can focus on building your app while AWS handles the infrastructure, including load balancing, scaling, and monitoring.</a:t>
            </a:r>
          </a:p>
        </p:txBody>
      </p:sp>
      <p:pic>
        <p:nvPicPr>
          <p:cNvPr id="7" name="Picture Placeholder 6" descr="A hexagon with a logo&#10;&#10;AI-generated content may be incorrect.">
            <a:extLst>
              <a:ext uri="{FF2B5EF4-FFF2-40B4-BE49-F238E27FC236}">
                <a16:creationId xmlns:a16="http://schemas.microsoft.com/office/drawing/2014/main" id="{00007447-AC48-0EFE-5F6C-24E6BDA0EED9}"/>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26784" r="26784"/>
          <a:stretch>
            <a:fillRect/>
          </a:stretch>
        </p:blipFill>
        <p:spPr/>
      </p:pic>
    </p:spTree>
    <p:extLst>
      <p:ext uri="{BB962C8B-B14F-4D97-AF65-F5344CB8AC3E}">
        <p14:creationId xmlns:p14="http://schemas.microsoft.com/office/powerpoint/2010/main" val="398026518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DA6FF-7F4A-0B80-CF9F-FF1FD591E375}"/>
            </a:ext>
          </a:extLst>
        </p:cNvPr>
        <p:cNvGrpSpPr/>
        <p:nvPr/>
      </p:nvGrpSpPr>
      <p:grpSpPr>
        <a:xfrm>
          <a:off x="0" y="0"/>
          <a:ext cx="0" cy="0"/>
          <a:chOff x="0" y="0"/>
          <a:chExt cx="0" cy="0"/>
        </a:xfrm>
      </p:grpSpPr>
      <p:sp>
        <p:nvSpPr>
          <p:cNvPr id="20" name="Text Placeholder 19">
            <a:extLst>
              <a:ext uri="{FF2B5EF4-FFF2-40B4-BE49-F238E27FC236}">
                <a16:creationId xmlns:a16="http://schemas.microsoft.com/office/drawing/2014/main" id="{1A039051-8A85-ADCF-1CA6-9C129CB3875A}"/>
              </a:ext>
            </a:extLst>
          </p:cNvPr>
          <p:cNvSpPr>
            <a:spLocks noGrp="1"/>
          </p:cNvSpPr>
          <p:nvPr>
            <p:ph type="body" sz="quarter" idx="10"/>
          </p:nvPr>
        </p:nvSpPr>
        <p:spPr>
          <a:xfrm>
            <a:off x="591399" y="572679"/>
            <a:ext cx="6594591" cy="792984"/>
          </a:xfrm>
        </p:spPr>
        <p:txBody>
          <a:bodyPr/>
          <a:lstStyle/>
          <a:p>
            <a:r>
              <a:rPr lang="en-US" dirty="0"/>
              <a:t>How Elastic Beanstalk Works</a:t>
            </a:r>
          </a:p>
        </p:txBody>
      </p:sp>
      <p:sp>
        <p:nvSpPr>
          <p:cNvPr id="21" name="Text Placeholder 20">
            <a:extLst>
              <a:ext uri="{FF2B5EF4-FFF2-40B4-BE49-F238E27FC236}">
                <a16:creationId xmlns:a16="http://schemas.microsoft.com/office/drawing/2014/main" id="{5A785D8F-B173-30B2-9A07-E9BFE1ACD099}"/>
              </a:ext>
            </a:extLst>
          </p:cNvPr>
          <p:cNvSpPr>
            <a:spLocks noGrp="1"/>
          </p:cNvSpPr>
          <p:nvPr>
            <p:ph type="body" sz="quarter" idx="12"/>
          </p:nvPr>
        </p:nvSpPr>
        <p:spPr>
          <a:xfrm>
            <a:off x="591399" y="1806498"/>
            <a:ext cx="7068185" cy="3881783"/>
          </a:xfrm>
        </p:spPr>
        <p:txBody>
          <a:bodyPr/>
          <a:lstStyle/>
          <a:p>
            <a:pPr fontAlgn="base"/>
            <a:r>
              <a:rPr lang="en-US" b="1" dirty="0"/>
              <a:t>Automated Resource Provisioning</a:t>
            </a:r>
            <a:r>
              <a:rPr lang="en-US" dirty="0"/>
              <a:t>​</a:t>
            </a:r>
          </a:p>
          <a:p>
            <a:pPr fontAlgn="base"/>
            <a:r>
              <a:rPr lang="en-US" dirty="0">
                <a:solidFill>
                  <a:schemeClr val="bg2">
                    <a:lumMod val="25000"/>
                    <a:lumOff val="75000"/>
                  </a:schemeClr>
                </a:solidFill>
              </a:rPr>
              <a:t>Elastic Beanstalk automates provisioning of EC2 instances, load balancers, and auto-scaling groups to run applications efficiently.</a:t>
            </a:r>
          </a:p>
          <a:p>
            <a:pPr fontAlgn="base"/>
            <a:r>
              <a:rPr lang="en-US" b="1" dirty="0"/>
              <a:t>Deployment Options</a:t>
            </a:r>
            <a:r>
              <a:rPr lang="en-US" dirty="0"/>
              <a:t>​</a:t>
            </a:r>
          </a:p>
          <a:p>
            <a:pPr fontAlgn="base"/>
            <a:r>
              <a:rPr lang="en-US" dirty="0">
                <a:solidFill>
                  <a:schemeClr val="bg2">
                    <a:lumMod val="25000"/>
                    <a:lumOff val="75000"/>
                  </a:schemeClr>
                </a:solidFill>
              </a:rPr>
              <a:t>Supports rolling updates and immutable deployments to ensure application availability and minimize downtime during updates.</a:t>
            </a:r>
          </a:p>
          <a:p>
            <a:pPr fontAlgn="base"/>
            <a:r>
              <a:rPr lang="en-US" b="1" dirty="0"/>
              <a:t>Flexible Configuration</a:t>
            </a:r>
            <a:r>
              <a:rPr lang="en-US" dirty="0"/>
              <a:t>​</a:t>
            </a:r>
          </a:p>
          <a:p>
            <a:pPr fontAlgn="base"/>
            <a:r>
              <a:rPr lang="en-US" dirty="0">
                <a:solidFill>
                  <a:schemeClr val="bg2">
                    <a:lumMod val="25000"/>
                    <a:lumOff val="75000"/>
                  </a:schemeClr>
                </a:solidFill>
              </a:rPr>
              <a:t>Offers environment configuration through console, CLI, or config files to customize deployments easily.</a:t>
            </a:r>
          </a:p>
        </p:txBody>
      </p:sp>
      <p:pic>
        <p:nvPicPr>
          <p:cNvPr id="12" name="Picture Placeholder 11" descr="A diagram of a cloud with text&#10;&#10;AI-generated content may be incorrect.">
            <a:extLst>
              <a:ext uri="{FF2B5EF4-FFF2-40B4-BE49-F238E27FC236}">
                <a16:creationId xmlns:a16="http://schemas.microsoft.com/office/drawing/2014/main" id="{EC04E90D-20A5-B4E6-99B8-C4B225370616}"/>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116" t="-70479" b="-56459"/>
          <a:stretch>
            <a:fillRect/>
          </a:stretch>
        </p:blipFill>
        <p:spPr>
          <a:xfrm>
            <a:off x="7971183" y="0"/>
            <a:ext cx="4220817" cy="6858000"/>
          </a:xfrm>
        </p:spPr>
      </p:pic>
    </p:spTree>
    <p:extLst>
      <p:ext uri="{BB962C8B-B14F-4D97-AF65-F5344CB8AC3E}">
        <p14:creationId xmlns:p14="http://schemas.microsoft.com/office/powerpoint/2010/main" val="85264303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011E409-D755-9B42-9672-47AF85E0B91C}"/>
              </a:ext>
            </a:extLst>
          </p:cNvPr>
          <p:cNvSpPr>
            <a:spLocks noGrp="1"/>
          </p:cNvSpPr>
          <p:nvPr>
            <p:ph type="body" sz="quarter" idx="10"/>
          </p:nvPr>
        </p:nvSpPr>
        <p:spPr>
          <a:xfrm>
            <a:off x="591399" y="572679"/>
            <a:ext cx="6594591" cy="864235"/>
          </a:xfrm>
        </p:spPr>
        <p:txBody>
          <a:bodyPr/>
          <a:lstStyle/>
          <a:p>
            <a:r>
              <a:rPr lang="en-US" dirty="0"/>
              <a:t>Why Use EBS</a:t>
            </a:r>
          </a:p>
        </p:txBody>
      </p:sp>
      <p:sp>
        <p:nvSpPr>
          <p:cNvPr id="4" name="Text Placeholder 3">
            <a:extLst>
              <a:ext uri="{FF2B5EF4-FFF2-40B4-BE49-F238E27FC236}">
                <a16:creationId xmlns:a16="http://schemas.microsoft.com/office/drawing/2014/main" id="{0796D2F4-18FA-584D-A43E-1D97C5C2D889}"/>
              </a:ext>
            </a:extLst>
          </p:cNvPr>
          <p:cNvSpPr>
            <a:spLocks noGrp="1"/>
          </p:cNvSpPr>
          <p:nvPr>
            <p:ph type="body" sz="quarter" idx="12"/>
          </p:nvPr>
        </p:nvSpPr>
        <p:spPr>
          <a:xfrm>
            <a:off x="591400" y="1306287"/>
            <a:ext cx="7482083" cy="4503498"/>
          </a:xfrm>
        </p:spPr>
        <p:txBody>
          <a:bodyPr/>
          <a:lstStyle/>
          <a:p>
            <a:pPr fontAlgn="base"/>
            <a:r>
              <a:rPr lang="en-US" b="1" dirty="0"/>
              <a:t>Simplified Deployment</a:t>
            </a:r>
            <a:r>
              <a:rPr lang="en-US" dirty="0"/>
              <a:t>​</a:t>
            </a:r>
          </a:p>
          <a:p>
            <a:pPr fontAlgn="base"/>
            <a:r>
              <a:rPr lang="en-US" dirty="0">
                <a:solidFill>
                  <a:schemeClr val="bg2">
                    <a:lumMod val="25000"/>
                    <a:lumOff val="75000"/>
                  </a:schemeClr>
                </a:solidFill>
              </a:rPr>
              <a:t>Elastic Beanstalk abstracts infrastructure management, making deployment easier without manual configuration.​</a:t>
            </a:r>
          </a:p>
          <a:p>
            <a:pPr fontAlgn="base"/>
            <a:r>
              <a:rPr lang="en-US" b="1" dirty="0"/>
              <a:t>Automatic Scaling and Load Balancing</a:t>
            </a:r>
            <a:r>
              <a:rPr lang="en-US" dirty="0"/>
              <a:t>​</a:t>
            </a:r>
          </a:p>
          <a:p>
            <a:pPr fontAlgn="base"/>
            <a:r>
              <a:rPr lang="en-US" dirty="0">
                <a:solidFill>
                  <a:schemeClr val="bg2">
                    <a:lumMod val="25000"/>
                    <a:lumOff val="75000"/>
                  </a:schemeClr>
                </a:solidFill>
              </a:rPr>
              <a:t>The platform automatically scales and balances load, ensuring efficient handling of traffic variations.​</a:t>
            </a:r>
          </a:p>
          <a:p>
            <a:pPr fontAlgn="base"/>
            <a:r>
              <a:rPr lang="en-US" b="1" dirty="0"/>
              <a:t>AWS Ecosystem Integration</a:t>
            </a:r>
            <a:r>
              <a:rPr lang="en-US" dirty="0"/>
              <a:t>​</a:t>
            </a:r>
          </a:p>
          <a:p>
            <a:pPr fontAlgn="base"/>
            <a:r>
              <a:rPr lang="en-US" dirty="0">
                <a:solidFill>
                  <a:schemeClr val="bg2">
                    <a:lumMod val="25000"/>
                    <a:lumOff val="75000"/>
                  </a:schemeClr>
                </a:solidFill>
              </a:rPr>
              <a:t>Elastic Beanstalk integrates seamlessly with AWS services like RDS, S3, and IAM for robust solutions.​</a:t>
            </a:r>
          </a:p>
          <a:p>
            <a:pPr fontAlgn="base"/>
            <a:r>
              <a:rPr lang="en-US" b="1" dirty="0"/>
              <a:t>Ideal for Startups and Small Teams</a:t>
            </a:r>
            <a:r>
              <a:rPr lang="en-US" dirty="0"/>
              <a:t>​</a:t>
            </a:r>
          </a:p>
          <a:p>
            <a:pPr fontAlgn="base"/>
            <a:r>
              <a:rPr lang="en-US" dirty="0">
                <a:solidFill>
                  <a:schemeClr val="bg2">
                    <a:lumMod val="25000"/>
                    <a:lumOff val="75000"/>
                  </a:schemeClr>
                </a:solidFill>
              </a:rPr>
              <a:t>It helps startups quickly launch and scale apps without extensive DevOps investments.​</a:t>
            </a:r>
          </a:p>
        </p:txBody>
      </p:sp>
      <p:pic>
        <p:nvPicPr>
          <p:cNvPr id="11" name="Picture Placeholder 10" descr="A diagram of a server process&#10;&#10;AI-generated content may be incorrect.">
            <a:extLst>
              <a:ext uri="{FF2B5EF4-FFF2-40B4-BE49-F238E27FC236}">
                <a16:creationId xmlns:a16="http://schemas.microsoft.com/office/drawing/2014/main" id="{412365C4-5B32-5CE9-FE58-0B34CADCE98D}"/>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09" t="-43025" b="-36276"/>
          <a:stretch>
            <a:fillRect/>
          </a:stretch>
        </p:blipFill>
        <p:spPr>
          <a:xfrm>
            <a:off x="7971183" y="0"/>
            <a:ext cx="4220817" cy="6858000"/>
          </a:xfrm>
        </p:spPr>
      </p:pic>
    </p:spTree>
    <p:extLst>
      <p:ext uri="{BB962C8B-B14F-4D97-AF65-F5344CB8AC3E}">
        <p14:creationId xmlns:p14="http://schemas.microsoft.com/office/powerpoint/2010/main" val="160539699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31AA3B3C-CB61-0D42-8F7C-1FA10EA54219}"/>
              </a:ext>
            </a:extLst>
          </p:cNvPr>
          <p:cNvSpPr>
            <a:spLocks noGrp="1"/>
          </p:cNvSpPr>
          <p:nvPr>
            <p:ph type="body" sz="quarter" idx="10"/>
          </p:nvPr>
        </p:nvSpPr>
        <p:spPr>
          <a:xfrm>
            <a:off x="591400" y="572678"/>
            <a:ext cx="4696218" cy="1375865"/>
          </a:xfrm>
        </p:spPr>
        <p:txBody>
          <a:bodyPr/>
          <a:lstStyle/>
          <a:p>
            <a:r>
              <a:rPr lang="en-US" dirty="0"/>
              <a:t>Cost Optimization</a:t>
            </a:r>
          </a:p>
        </p:txBody>
      </p:sp>
      <p:sp>
        <p:nvSpPr>
          <p:cNvPr id="21" name="Text Placeholder 20">
            <a:extLst>
              <a:ext uri="{FF2B5EF4-FFF2-40B4-BE49-F238E27FC236}">
                <a16:creationId xmlns:a16="http://schemas.microsoft.com/office/drawing/2014/main" id="{121C40A6-99BF-5A49-8583-8FCE2272754E}"/>
              </a:ext>
            </a:extLst>
          </p:cNvPr>
          <p:cNvSpPr>
            <a:spLocks noGrp="1"/>
          </p:cNvSpPr>
          <p:nvPr>
            <p:ph type="body" sz="quarter" idx="12"/>
          </p:nvPr>
        </p:nvSpPr>
        <p:spPr>
          <a:xfrm>
            <a:off x="591399" y="1948543"/>
            <a:ext cx="5753645" cy="3515555"/>
          </a:xfrm>
        </p:spPr>
        <p:txBody>
          <a:bodyPr/>
          <a:lstStyle/>
          <a:p>
            <a:pPr fontAlgn="base"/>
            <a:r>
              <a:rPr lang="en-US" b="1" dirty="0"/>
              <a:t>Efficient Resource Management</a:t>
            </a:r>
            <a:r>
              <a:rPr lang="en-US" dirty="0"/>
              <a:t>​</a:t>
            </a:r>
          </a:p>
          <a:p>
            <a:pPr fontAlgn="base"/>
            <a:r>
              <a:rPr lang="en-US" dirty="0">
                <a:solidFill>
                  <a:schemeClr val="bg2">
                    <a:lumMod val="25000"/>
                    <a:lumOff val="75000"/>
                  </a:schemeClr>
                </a:solidFill>
              </a:rPr>
              <a:t>Optimize costs by selecting the right instance types and configuring Auto Scaling to match demand.</a:t>
            </a:r>
          </a:p>
          <a:p>
            <a:pPr fontAlgn="base"/>
            <a:r>
              <a:rPr lang="en-US" b="1" dirty="0"/>
              <a:t>Use of Spot and Reserved Instances</a:t>
            </a:r>
            <a:r>
              <a:rPr lang="en-US" dirty="0"/>
              <a:t>​</a:t>
            </a:r>
          </a:p>
          <a:p>
            <a:pPr fontAlgn="base"/>
            <a:r>
              <a:rPr lang="en-US" dirty="0">
                <a:solidFill>
                  <a:schemeClr val="bg2">
                    <a:lumMod val="25000"/>
                    <a:lumOff val="75000"/>
                  </a:schemeClr>
                </a:solidFill>
              </a:rPr>
              <a:t>Reduce expenses further by utilizing spot instances or reserved instances in Elastic Beanstalk.</a:t>
            </a:r>
          </a:p>
          <a:p>
            <a:pPr fontAlgn="base"/>
            <a:r>
              <a:rPr lang="en-US" b="1" dirty="0"/>
              <a:t>Cleanup of Unused Resources</a:t>
            </a:r>
            <a:r>
              <a:rPr lang="en-US" dirty="0"/>
              <a:t>​</a:t>
            </a:r>
          </a:p>
          <a:p>
            <a:pPr fontAlgn="base"/>
            <a:r>
              <a:rPr lang="en-US" dirty="0">
                <a:solidFill>
                  <a:schemeClr val="bg2">
                    <a:lumMod val="25000"/>
                    <a:lumOff val="75000"/>
                  </a:schemeClr>
                </a:solidFill>
              </a:rPr>
              <a:t>Review and remove unused environments and resources to avoid unnecessary charges.</a:t>
            </a:r>
          </a:p>
        </p:txBody>
      </p:sp>
      <p:pic>
        <p:nvPicPr>
          <p:cNvPr id="4" name="Picture Placeholder 3" descr="A blue bag with gold coins and a red arrow&#10;&#10;AI-generated content may be incorrect.">
            <a:extLst>
              <a:ext uri="{FF2B5EF4-FFF2-40B4-BE49-F238E27FC236}">
                <a16:creationId xmlns:a16="http://schemas.microsoft.com/office/drawing/2014/main" id="{2252BB76-29D0-8EA4-E79A-0530A1881603}"/>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t="-46910" b="-46910"/>
          <a:stretch>
            <a:fillRect/>
          </a:stretch>
        </p:blipFill>
        <p:spPr>
          <a:xfrm>
            <a:off x="6096000" y="0"/>
            <a:ext cx="6095999" cy="6858000"/>
          </a:xfrm>
        </p:spPr>
      </p:pic>
    </p:spTree>
    <p:extLst>
      <p:ext uri="{BB962C8B-B14F-4D97-AF65-F5344CB8AC3E}">
        <p14:creationId xmlns:p14="http://schemas.microsoft.com/office/powerpoint/2010/main" val="184602765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890CF-92E3-8A62-4372-ECB47DCD758B}"/>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ABC1116F-7E7D-FCF6-41BC-6DC9E24F3D0A}"/>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4467" y="638031"/>
            <a:ext cx="11983066" cy="5581937"/>
          </a:xfrm>
          <a:prstGeom prst="rect">
            <a:avLst/>
          </a:prstGeom>
        </p:spPr>
      </p:pic>
    </p:spTree>
    <p:extLst>
      <p:ext uri="{BB962C8B-B14F-4D97-AF65-F5344CB8AC3E}">
        <p14:creationId xmlns:p14="http://schemas.microsoft.com/office/powerpoint/2010/main" val="7769579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E2286-5834-7EE3-3358-1B010A7120CD}"/>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E8FA2C55-0511-0578-0735-98D130CE2984}"/>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241" y="923796"/>
            <a:ext cx="12027518" cy="5010407"/>
          </a:xfrm>
          <a:prstGeom prst="rect">
            <a:avLst/>
          </a:prstGeom>
        </p:spPr>
      </p:pic>
    </p:spTree>
    <p:extLst>
      <p:ext uri="{BB962C8B-B14F-4D97-AF65-F5344CB8AC3E}">
        <p14:creationId xmlns:p14="http://schemas.microsoft.com/office/powerpoint/2010/main" val="420124045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32DAF-E153-F545-14A4-93B002037C88}"/>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F7875814-601F-BE19-EEB9-7CA8CA09AEB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037" y="244311"/>
            <a:ext cx="12179926" cy="6369377"/>
          </a:xfrm>
          <a:prstGeom prst="rect">
            <a:avLst/>
          </a:prstGeom>
        </p:spPr>
      </p:pic>
    </p:spTree>
    <p:extLst>
      <p:ext uri="{BB962C8B-B14F-4D97-AF65-F5344CB8AC3E}">
        <p14:creationId xmlns:p14="http://schemas.microsoft.com/office/powerpoint/2010/main" val="134508580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440C-1831-FC2B-637D-8B2879B3B0F8}"/>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1326BA57-9BDA-FBBF-88C8-2F6496954C9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5562" y="253837"/>
            <a:ext cx="12160875" cy="6350326"/>
          </a:xfrm>
          <a:prstGeom prst="rect">
            <a:avLst/>
          </a:prstGeom>
        </p:spPr>
      </p:pic>
    </p:spTree>
    <p:extLst>
      <p:ext uri="{BB962C8B-B14F-4D97-AF65-F5344CB8AC3E}">
        <p14:creationId xmlns:p14="http://schemas.microsoft.com/office/powerpoint/2010/main" val="317534532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029BA-EA69-88EA-823A-C99F21655C2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D5BE30A-3AAA-B67C-2819-0FC54F7F0D0C}"/>
              </a:ext>
            </a:extLst>
          </p:cNvPr>
          <p:cNvPicPr>
            <a:picLocks noChangeAspect="1"/>
          </p:cNvPicPr>
          <p:nvPr/>
        </p:nvPicPr>
        <p:blipFill>
          <a:blip r:embed="rId3"/>
          <a:stretch>
            <a:fillRect/>
          </a:stretch>
        </p:blipFill>
        <p:spPr>
          <a:xfrm>
            <a:off x="0" y="626189"/>
            <a:ext cx="12192000" cy="5605621"/>
          </a:xfrm>
          <a:prstGeom prst="rect">
            <a:avLst/>
          </a:prstGeom>
        </p:spPr>
      </p:pic>
    </p:spTree>
    <p:extLst>
      <p:ext uri="{BB962C8B-B14F-4D97-AF65-F5344CB8AC3E}">
        <p14:creationId xmlns:p14="http://schemas.microsoft.com/office/powerpoint/2010/main" val="245898853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22EFADF-FC95-6580-F5DF-365C796274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1780F47-B5B5-57FA-91C5-634FC99C4657}"/>
              </a:ext>
            </a:extLst>
          </p:cNvPr>
          <p:cNvSpPr>
            <a:spLocks noGrp="1"/>
          </p:cNvSpPr>
          <p:nvPr>
            <p:ph type="body" sz="quarter" idx="10"/>
          </p:nvPr>
        </p:nvSpPr>
        <p:spPr/>
        <p:txBody>
          <a:bodyPr/>
          <a:lstStyle/>
          <a:p>
            <a:r>
              <a:rPr lang="en-GB" dirty="0"/>
              <a:t>Deployment Flow</a:t>
            </a:r>
          </a:p>
          <a:p>
            <a:endParaRPr lang="en-US" dirty="0"/>
          </a:p>
          <a:p>
            <a:endParaRPr lang="en-US" dirty="0"/>
          </a:p>
        </p:txBody>
      </p:sp>
    </p:spTree>
    <p:extLst>
      <p:ext uri="{BB962C8B-B14F-4D97-AF65-F5344CB8AC3E}">
        <p14:creationId xmlns:p14="http://schemas.microsoft.com/office/powerpoint/2010/main" val="401422585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90B28-33D3-644A-2FD3-18199CAEE24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0936A7C-370C-643C-1575-C9BF29FF3376}"/>
              </a:ext>
            </a:extLst>
          </p:cNvPr>
          <p:cNvSpPr>
            <a:spLocks noGrp="1"/>
          </p:cNvSpPr>
          <p:nvPr>
            <p:ph type="body" sz="quarter" idx="10"/>
          </p:nvPr>
        </p:nvSpPr>
        <p:spPr>
          <a:xfrm>
            <a:off x="591399" y="572679"/>
            <a:ext cx="6594591" cy="864235"/>
          </a:xfrm>
        </p:spPr>
        <p:txBody>
          <a:bodyPr/>
          <a:lstStyle/>
          <a:p>
            <a:r>
              <a:rPr lang="en-US" dirty="0"/>
              <a:t>Deployment Flow</a:t>
            </a:r>
          </a:p>
        </p:txBody>
      </p:sp>
      <p:sp>
        <p:nvSpPr>
          <p:cNvPr id="4" name="Text Placeholder 3">
            <a:extLst>
              <a:ext uri="{FF2B5EF4-FFF2-40B4-BE49-F238E27FC236}">
                <a16:creationId xmlns:a16="http://schemas.microsoft.com/office/drawing/2014/main" id="{C663BFB2-44A4-A69E-BB6C-9002D7C75B3D}"/>
              </a:ext>
            </a:extLst>
          </p:cNvPr>
          <p:cNvSpPr>
            <a:spLocks noGrp="1"/>
          </p:cNvSpPr>
          <p:nvPr>
            <p:ph type="body" sz="quarter" idx="12"/>
          </p:nvPr>
        </p:nvSpPr>
        <p:spPr>
          <a:xfrm>
            <a:off x="591399" y="1238582"/>
            <a:ext cx="7482083" cy="4380835"/>
          </a:xfrm>
        </p:spPr>
        <p:txBody>
          <a:bodyPr/>
          <a:lstStyle/>
          <a:p>
            <a:pPr>
              <a:spcBef>
                <a:spcPts val="2500"/>
              </a:spcBef>
            </a:pPr>
            <a:r>
              <a:rPr lang="en-US" b="1" dirty="0"/>
              <a:t>User Interaction and Input</a:t>
            </a:r>
          </a:p>
          <a:p>
            <a:pPr marL="0" lvl="1" indent="0">
              <a:buNone/>
            </a:pPr>
            <a:r>
              <a:rPr lang="en-US" sz="2000" dirty="0"/>
              <a:t>Users access the web app via a public URL and enter sepal and petal measurements for prediction.</a:t>
            </a:r>
          </a:p>
          <a:p>
            <a:pPr>
              <a:spcBef>
                <a:spcPts val="2500"/>
              </a:spcBef>
            </a:pPr>
            <a:r>
              <a:rPr lang="en-US" b="1" dirty="0"/>
              <a:t>Elastic Beanstalk Resource Management</a:t>
            </a:r>
          </a:p>
          <a:p>
            <a:pPr marL="0" lvl="1" indent="0">
              <a:buNone/>
            </a:pPr>
            <a:r>
              <a:rPr lang="en-US" sz="2000" dirty="0"/>
              <a:t>Elastic Beanstalk automates provisioning of EC2, S3, security groups, load balancers, and IAM roles.</a:t>
            </a:r>
          </a:p>
          <a:p>
            <a:pPr>
              <a:spcBef>
                <a:spcPts val="2500"/>
              </a:spcBef>
            </a:pPr>
            <a:r>
              <a:rPr lang="en-US" b="1" dirty="0"/>
              <a:t>Web Server and Application Runtime</a:t>
            </a:r>
          </a:p>
          <a:p>
            <a:pPr marL="0" lvl="1" indent="0">
              <a:buNone/>
            </a:pPr>
            <a:r>
              <a:rPr lang="en-US" sz="2000" dirty="0"/>
              <a:t>EC2 runs a web server with Nginx reverse proxy and </a:t>
            </a:r>
            <a:r>
              <a:rPr lang="en-US" sz="2000" dirty="0" err="1"/>
              <a:t>Gunicorn</a:t>
            </a:r>
            <a:r>
              <a:rPr lang="en-US" sz="2000" dirty="0"/>
              <a:t> serving the Flask backend application.</a:t>
            </a:r>
          </a:p>
          <a:p>
            <a:pPr>
              <a:spcBef>
                <a:spcPts val="2500"/>
              </a:spcBef>
            </a:pPr>
            <a:r>
              <a:rPr lang="en-US" b="1" dirty="0"/>
              <a:t>Machine Learning Prediction Flow</a:t>
            </a:r>
          </a:p>
          <a:p>
            <a:pPr marL="0" lvl="1" indent="0">
              <a:buNone/>
            </a:pPr>
            <a:r>
              <a:rPr lang="en-US" sz="2000" dirty="0"/>
              <a:t>Flask backend processes input data, applies ML model, and returns predictions displayed in the browser.</a:t>
            </a:r>
          </a:p>
        </p:txBody>
      </p:sp>
      <p:pic>
        <p:nvPicPr>
          <p:cNvPr id="16" name="Picture Placeholder 15" descr="A green circular arrow with a white background&#10;&#10;AI-generated content may be incorrect.">
            <a:extLst>
              <a:ext uri="{FF2B5EF4-FFF2-40B4-BE49-F238E27FC236}">
                <a16:creationId xmlns:a16="http://schemas.microsoft.com/office/drawing/2014/main" id="{8426BA8D-A1EE-D948-7290-418B4E3C101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530" t="-39037" b="-25402"/>
          <a:stretch>
            <a:fillRect/>
          </a:stretch>
        </p:blipFill>
        <p:spPr>
          <a:xfrm>
            <a:off x="7971183" y="0"/>
            <a:ext cx="4220817" cy="6858000"/>
          </a:xfrm>
        </p:spPr>
      </p:pic>
    </p:spTree>
    <p:extLst>
      <p:ext uri="{BB962C8B-B14F-4D97-AF65-F5344CB8AC3E}">
        <p14:creationId xmlns:p14="http://schemas.microsoft.com/office/powerpoint/2010/main" val="30433913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50000"/>
          </a:schemeClr>
        </a:solidFill>
        <a:effectLst/>
      </p:bgPr>
    </p:bg>
    <p:spTree>
      <p:nvGrpSpPr>
        <p:cNvPr id="1" name="">
          <a:extLst>
            <a:ext uri="{FF2B5EF4-FFF2-40B4-BE49-F238E27FC236}">
              <a16:creationId xmlns:a16="http://schemas.microsoft.com/office/drawing/2014/main" id="{A6EBBCA9-E324-4716-564C-5C36AB6EBE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35014E2-F765-8941-0F33-652F3290D73E}"/>
              </a:ext>
            </a:extLst>
          </p:cNvPr>
          <p:cNvSpPr>
            <a:spLocks noGrp="1"/>
          </p:cNvSpPr>
          <p:nvPr>
            <p:ph type="body" sz="quarter" idx="10"/>
          </p:nvPr>
        </p:nvSpPr>
        <p:spPr/>
        <p:txBody>
          <a:bodyPr/>
          <a:lstStyle/>
          <a:p>
            <a:r>
              <a:rPr lang="en-US" dirty="0"/>
              <a:t>Deployment Challenges and Solutions</a:t>
            </a:r>
          </a:p>
          <a:p>
            <a:endParaRPr lang="en-US" dirty="0"/>
          </a:p>
        </p:txBody>
      </p:sp>
    </p:spTree>
    <p:extLst>
      <p:ext uri="{BB962C8B-B14F-4D97-AF65-F5344CB8AC3E}">
        <p14:creationId xmlns:p14="http://schemas.microsoft.com/office/powerpoint/2010/main" val="95081504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49C1A-D396-C70D-588D-8FEADACB6F7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1718BAF-A596-D641-EF9F-80F8DD2D23CF}"/>
              </a:ext>
            </a:extLst>
          </p:cNvPr>
          <p:cNvSpPr>
            <a:spLocks noGrp="1"/>
          </p:cNvSpPr>
          <p:nvPr>
            <p:ph type="body" sz="quarter" idx="10"/>
          </p:nvPr>
        </p:nvSpPr>
        <p:spPr>
          <a:xfrm>
            <a:off x="591399" y="572679"/>
            <a:ext cx="6594591" cy="864235"/>
          </a:xfrm>
        </p:spPr>
        <p:txBody>
          <a:bodyPr/>
          <a:lstStyle/>
          <a:p>
            <a:r>
              <a:rPr lang="en-US" dirty="0"/>
              <a:t>Challenges</a:t>
            </a:r>
          </a:p>
        </p:txBody>
      </p:sp>
      <p:sp>
        <p:nvSpPr>
          <p:cNvPr id="4" name="Text Placeholder 3">
            <a:extLst>
              <a:ext uri="{FF2B5EF4-FFF2-40B4-BE49-F238E27FC236}">
                <a16:creationId xmlns:a16="http://schemas.microsoft.com/office/drawing/2014/main" id="{AA137F38-538E-8379-0C8C-31171ED1B928}"/>
              </a:ext>
            </a:extLst>
          </p:cNvPr>
          <p:cNvSpPr>
            <a:spLocks noGrp="1"/>
          </p:cNvSpPr>
          <p:nvPr>
            <p:ph type="body" sz="quarter" idx="12"/>
          </p:nvPr>
        </p:nvSpPr>
        <p:spPr>
          <a:xfrm>
            <a:off x="591399" y="1238583"/>
            <a:ext cx="7482083" cy="4571202"/>
          </a:xfrm>
        </p:spPr>
        <p:txBody>
          <a:bodyPr/>
          <a:lstStyle/>
          <a:p>
            <a:pPr>
              <a:spcBef>
                <a:spcPts val="2500"/>
              </a:spcBef>
            </a:pPr>
            <a:r>
              <a:rPr lang="en-US" b="1" dirty="0"/>
              <a:t>502 Bad Gateway Error</a:t>
            </a:r>
          </a:p>
          <a:p>
            <a:pPr marL="0" lvl="1" indent="0">
              <a:buNone/>
            </a:pPr>
            <a:r>
              <a:rPr lang="en-US" sz="2000" dirty="0"/>
              <a:t>This error occurs when the app server listens on the wrong port; adjusting </a:t>
            </a:r>
            <a:r>
              <a:rPr lang="en-US" sz="2000" dirty="0" err="1"/>
              <a:t>Gunicorn</a:t>
            </a:r>
            <a:r>
              <a:rPr lang="en-US" sz="2000" dirty="0"/>
              <a:t> to port 8000 fixes it.</a:t>
            </a:r>
          </a:p>
          <a:p>
            <a:pPr>
              <a:spcBef>
                <a:spcPts val="2500"/>
              </a:spcBef>
            </a:pPr>
            <a:r>
              <a:rPr lang="en-US" b="1" dirty="0"/>
              <a:t>Permission Errors on Port Binding</a:t>
            </a:r>
          </a:p>
          <a:p>
            <a:pPr marL="0" lvl="1" indent="0">
              <a:buNone/>
            </a:pPr>
            <a:r>
              <a:rPr lang="en-US" sz="2000" dirty="0"/>
              <a:t>Binding to ports below 1024 requires root privileges; using port 8000 with Nginx routing avoids this issue.</a:t>
            </a:r>
          </a:p>
          <a:p>
            <a:pPr>
              <a:spcBef>
                <a:spcPts val="2500"/>
              </a:spcBef>
            </a:pPr>
            <a:r>
              <a:rPr lang="en-US" b="1" dirty="0"/>
              <a:t>IAM Role Misconfigurations</a:t>
            </a:r>
          </a:p>
          <a:p>
            <a:pPr marL="0" lvl="1" indent="0">
              <a:buNone/>
            </a:pPr>
            <a:r>
              <a:rPr lang="en-US" sz="2000" dirty="0"/>
              <a:t>Missing IAM permissions block deployment; attaching full access policies resolves permission issues.</a:t>
            </a:r>
          </a:p>
          <a:p>
            <a:pPr>
              <a:spcBef>
                <a:spcPts val="2500"/>
              </a:spcBef>
            </a:pPr>
            <a:r>
              <a:rPr lang="en-US" b="1" dirty="0"/>
              <a:t>Log Retrieval Challenges</a:t>
            </a:r>
          </a:p>
          <a:p>
            <a:pPr marL="0" lvl="1" indent="0">
              <a:buNone/>
            </a:pPr>
            <a:r>
              <a:rPr lang="en-US" sz="2000" dirty="0"/>
              <a:t>Accessing logs via console can be difficult; enabling log streaming and using CLI improves log access.</a:t>
            </a:r>
          </a:p>
        </p:txBody>
      </p:sp>
      <p:pic>
        <p:nvPicPr>
          <p:cNvPr id="7" name="Picture Placeholder 6">
            <a:extLst>
              <a:ext uri="{FF2B5EF4-FFF2-40B4-BE49-F238E27FC236}">
                <a16:creationId xmlns:a16="http://schemas.microsoft.com/office/drawing/2014/main" id="{1A21CE75-2002-710C-3EBA-63118029E7F3}"/>
              </a:ext>
            </a:extLst>
          </p:cNvPr>
          <p:cNvPicPr>
            <a:picLocks noGrp="1" noChangeAspect="1"/>
          </p:cNvPicPr>
          <p:nvPr>
            <p:ph type="pic" sz="quarter" idx="13"/>
          </p:nvPr>
        </p:nvPicPr>
        <p:blipFill>
          <a:blip r:embed="rId3" cstate="email">
            <a:duotone>
              <a:schemeClr val="accent6">
                <a:shade val="45000"/>
                <a:satMod val="135000"/>
              </a:schemeClr>
              <a:prstClr val="white"/>
            </a:duotone>
            <a:extLst>
              <a:ext uri="{28A0092B-C50C-407E-A947-70E740481C1C}">
                <a14:useLocalDpi xmlns:a14="http://schemas.microsoft.com/office/drawing/2010/main" val="0"/>
              </a:ext>
            </a:extLst>
          </a:blip>
          <a:srcRect l="32689" r="32689"/>
          <a:stretch>
            <a:fillRect/>
          </a:stretch>
        </p:blipFill>
        <p:spPr>
          <a:xfrm>
            <a:off x="8387111" y="709643"/>
            <a:ext cx="3347305" cy="5438714"/>
          </a:xfrm>
        </p:spPr>
      </p:pic>
    </p:spTree>
    <p:extLst>
      <p:ext uri="{BB962C8B-B14F-4D97-AF65-F5344CB8AC3E}">
        <p14:creationId xmlns:p14="http://schemas.microsoft.com/office/powerpoint/2010/main" val="184841687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17F649-484A-3615-8ACD-AEE23E43594B}"/>
              </a:ext>
            </a:extLst>
          </p:cNvPr>
          <p:cNvPicPr>
            <a:picLocks noChangeAspect="1"/>
          </p:cNvPicPr>
          <p:nvPr/>
        </p:nvPicPr>
        <p:blipFill>
          <a:blip r:embed="rId2"/>
          <a:stretch>
            <a:fillRect/>
          </a:stretch>
        </p:blipFill>
        <p:spPr>
          <a:xfrm>
            <a:off x="0" y="685004"/>
            <a:ext cx="12192000" cy="5487992"/>
          </a:xfrm>
          <a:prstGeom prst="rect">
            <a:avLst/>
          </a:prstGeom>
        </p:spPr>
      </p:pic>
    </p:spTree>
    <p:extLst>
      <p:ext uri="{BB962C8B-B14F-4D97-AF65-F5344CB8AC3E}">
        <p14:creationId xmlns:p14="http://schemas.microsoft.com/office/powerpoint/2010/main" val="286376589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29E748-C4AD-60D2-AB1F-58793BAB2C09}"/>
              </a:ext>
            </a:extLst>
          </p:cNvPr>
          <p:cNvPicPr>
            <a:picLocks noChangeAspect="1"/>
          </p:cNvPicPr>
          <p:nvPr/>
        </p:nvPicPr>
        <p:blipFill>
          <a:blip r:embed="rId2"/>
          <a:stretch>
            <a:fillRect/>
          </a:stretch>
        </p:blipFill>
        <p:spPr>
          <a:xfrm>
            <a:off x="0" y="651969"/>
            <a:ext cx="12192000" cy="5554062"/>
          </a:xfrm>
          <a:prstGeom prst="rect">
            <a:avLst/>
          </a:prstGeom>
        </p:spPr>
      </p:pic>
    </p:spTree>
    <p:extLst>
      <p:ext uri="{BB962C8B-B14F-4D97-AF65-F5344CB8AC3E}">
        <p14:creationId xmlns:p14="http://schemas.microsoft.com/office/powerpoint/2010/main" val="88398820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A251123-F8DB-4249-D7CF-44F7DFE2C247}"/>
              </a:ext>
            </a:extLst>
          </p:cNvPr>
          <p:cNvPicPr>
            <a:picLocks noChangeAspect="1"/>
          </p:cNvPicPr>
          <p:nvPr/>
        </p:nvPicPr>
        <p:blipFill>
          <a:blip r:embed="rId2"/>
          <a:stretch>
            <a:fillRect/>
          </a:stretch>
        </p:blipFill>
        <p:spPr>
          <a:xfrm>
            <a:off x="15240" y="0"/>
            <a:ext cx="12161520" cy="6858000"/>
          </a:xfrm>
          <a:prstGeom prst="rect">
            <a:avLst/>
          </a:prstGeom>
        </p:spPr>
      </p:pic>
    </p:spTree>
    <p:extLst>
      <p:ext uri="{BB962C8B-B14F-4D97-AF65-F5344CB8AC3E}">
        <p14:creationId xmlns:p14="http://schemas.microsoft.com/office/powerpoint/2010/main" val="331809079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424F9C-0484-EED1-6861-33CBE512C62E}"/>
              </a:ext>
            </a:extLst>
          </p:cNvPr>
          <p:cNvPicPr>
            <a:picLocks noChangeAspect="1"/>
          </p:cNvPicPr>
          <p:nvPr/>
        </p:nvPicPr>
        <p:blipFill>
          <a:blip r:embed="rId2"/>
          <a:stretch>
            <a:fillRect/>
          </a:stretch>
        </p:blipFill>
        <p:spPr>
          <a:xfrm>
            <a:off x="0" y="-81659"/>
            <a:ext cx="12192000" cy="2144636"/>
          </a:xfrm>
          <a:prstGeom prst="rect">
            <a:avLst/>
          </a:prstGeom>
        </p:spPr>
      </p:pic>
      <p:pic>
        <p:nvPicPr>
          <p:cNvPr id="8" name="Picture 7">
            <a:extLst>
              <a:ext uri="{FF2B5EF4-FFF2-40B4-BE49-F238E27FC236}">
                <a16:creationId xmlns:a16="http://schemas.microsoft.com/office/drawing/2014/main" id="{B46FFE9B-9565-B45C-393E-BF845BDAFD26}"/>
              </a:ext>
            </a:extLst>
          </p:cNvPr>
          <p:cNvPicPr>
            <a:picLocks noChangeAspect="1"/>
          </p:cNvPicPr>
          <p:nvPr/>
        </p:nvPicPr>
        <p:blipFill>
          <a:blip r:embed="rId3"/>
          <a:stretch>
            <a:fillRect/>
          </a:stretch>
        </p:blipFill>
        <p:spPr>
          <a:xfrm>
            <a:off x="0" y="2062977"/>
            <a:ext cx="12192000" cy="3668750"/>
          </a:xfrm>
          <a:prstGeom prst="rect">
            <a:avLst/>
          </a:prstGeom>
        </p:spPr>
      </p:pic>
    </p:spTree>
    <p:extLst>
      <p:ext uri="{BB962C8B-B14F-4D97-AF65-F5344CB8AC3E}">
        <p14:creationId xmlns:p14="http://schemas.microsoft.com/office/powerpoint/2010/main" val="219427169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88A637BC-D392-C563-D29C-83C6D5A1030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A3B4F7B-4365-40AE-8E6B-098D3DC8498D}"/>
              </a:ext>
            </a:extLst>
          </p:cNvPr>
          <p:cNvSpPr>
            <a:spLocks noGrp="1"/>
          </p:cNvSpPr>
          <p:nvPr>
            <p:ph type="body" sz="quarter" idx="10"/>
          </p:nvPr>
        </p:nvSpPr>
        <p:spPr/>
        <p:txBody>
          <a:bodyPr/>
          <a:lstStyle/>
          <a:p>
            <a:r>
              <a:rPr lang="en-US" dirty="0"/>
              <a:t>Learning &amp; Takeaways</a:t>
            </a:r>
          </a:p>
        </p:txBody>
      </p:sp>
    </p:spTree>
    <p:extLst>
      <p:ext uri="{BB962C8B-B14F-4D97-AF65-F5344CB8AC3E}">
        <p14:creationId xmlns:p14="http://schemas.microsoft.com/office/powerpoint/2010/main" val="33938677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063E5-E4E9-C2D8-F3EC-5BDFF84B795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ECA3D10-AC5C-3A7B-2BBB-67AAF63FBDBF}"/>
              </a:ext>
            </a:extLst>
          </p:cNvPr>
          <p:cNvSpPr>
            <a:spLocks noGrp="1"/>
          </p:cNvSpPr>
          <p:nvPr>
            <p:ph type="body" sz="quarter" idx="10"/>
          </p:nvPr>
        </p:nvSpPr>
        <p:spPr>
          <a:xfrm>
            <a:off x="591399" y="572679"/>
            <a:ext cx="7256235" cy="982989"/>
          </a:xfrm>
        </p:spPr>
        <p:txBody>
          <a:bodyPr/>
          <a:lstStyle/>
          <a:p>
            <a:r>
              <a:rPr lang="en-US" dirty="0"/>
              <a:t>Learning &amp; Takeaways</a:t>
            </a:r>
          </a:p>
        </p:txBody>
      </p:sp>
      <p:graphicFrame>
        <p:nvGraphicFramePr>
          <p:cNvPr id="5" name="Content Placeholder 4">
            <a:extLst>
              <a:ext uri="{FF2B5EF4-FFF2-40B4-BE49-F238E27FC236}">
                <a16:creationId xmlns:a16="http://schemas.microsoft.com/office/drawing/2014/main" id="{51DB3DDC-FC12-D709-DBCF-3C2D48CFD196}"/>
              </a:ext>
            </a:extLst>
          </p:cNvPr>
          <p:cNvGraphicFramePr>
            <a:graphicFrameLocks/>
          </p:cNvGraphicFramePr>
          <p:nvPr>
            <p:extLst>
              <p:ext uri="{D42A27DB-BD31-4B8C-83A1-F6EECF244321}">
                <p14:modId xmlns:p14="http://schemas.microsoft.com/office/powerpoint/2010/main" val="1249549929"/>
              </p:ext>
            </p:extLst>
          </p:nvPr>
        </p:nvGraphicFramePr>
        <p:xfrm>
          <a:off x="612647" y="1788547"/>
          <a:ext cx="10963658" cy="4276309"/>
        </p:xfrm>
        <a:graphic>
          <a:graphicData uri="http://schemas.openxmlformats.org/drawingml/2006/table">
            <a:tbl>
              <a:tblPr firstRow="1" bandRow="1">
                <a:tableStyleId>{073A0DAA-6AF3-43AB-8588-CEC1D06C72B9}</a:tableStyleId>
              </a:tblPr>
              <a:tblGrid>
                <a:gridCol w="3098076">
                  <a:extLst>
                    <a:ext uri="{9D8B030D-6E8A-4147-A177-3AD203B41FA5}">
                      <a16:colId xmlns:a16="http://schemas.microsoft.com/office/drawing/2014/main" val="3567873732"/>
                    </a:ext>
                  </a:extLst>
                </a:gridCol>
                <a:gridCol w="3954863">
                  <a:extLst>
                    <a:ext uri="{9D8B030D-6E8A-4147-A177-3AD203B41FA5}">
                      <a16:colId xmlns:a16="http://schemas.microsoft.com/office/drawing/2014/main" val="710129141"/>
                    </a:ext>
                  </a:extLst>
                </a:gridCol>
                <a:gridCol w="3910719">
                  <a:extLst>
                    <a:ext uri="{9D8B030D-6E8A-4147-A177-3AD203B41FA5}">
                      <a16:colId xmlns:a16="http://schemas.microsoft.com/office/drawing/2014/main" val="3699978349"/>
                    </a:ext>
                  </a:extLst>
                </a:gridCol>
              </a:tblGrid>
              <a:tr h="701161">
                <a:tc>
                  <a:txBody>
                    <a:bodyPr/>
                    <a:lstStyle/>
                    <a:p>
                      <a:pPr>
                        <a:buNone/>
                      </a:pPr>
                      <a:r>
                        <a:rPr lang="en-US" sz="2000" b="1" cap="all" spc="150">
                          <a:solidFill>
                            <a:schemeClr val="tx1"/>
                          </a:solidFill>
                        </a:rPr>
                        <a:t>Area</a:t>
                      </a:r>
                    </a:p>
                  </a:txBody>
                  <a:tcPr marL="173364" marR="173364" marT="173364" marB="173364" anchor="ctr"/>
                </a:tc>
                <a:tc>
                  <a:txBody>
                    <a:bodyPr/>
                    <a:lstStyle/>
                    <a:p>
                      <a:pPr>
                        <a:buNone/>
                      </a:pPr>
                      <a:r>
                        <a:rPr lang="en-US" sz="2000" b="1" cap="all" spc="150">
                          <a:solidFill>
                            <a:schemeClr val="tx1"/>
                          </a:solidFill>
                        </a:rPr>
                        <a:t>What I Learned</a:t>
                      </a:r>
                    </a:p>
                  </a:txBody>
                  <a:tcPr marL="173364" marR="173364" marT="173364" marB="173364" anchor="ctr"/>
                </a:tc>
                <a:tc>
                  <a:txBody>
                    <a:bodyPr/>
                    <a:lstStyle/>
                    <a:p>
                      <a:pPr>
                        <a:buNone/>
                      </a:pPr>
                      <a:r>
                        <a:rPr lang="en-US" sz="2000" b="1" cap="all" spc="150">
                          <a:solidFill>
                            <a:schemeClr val="tx1"/>
                          </a:solidFill>
                        </a:rPr>
                        <a:t>Impact</a:t>
                      </a:r>
                    </a:p>
                  </a:txBody>
                  <a:tcPr marL="173364" marR="173364" marT="173364" marB="173364" anchor="ctr"/>
                </a:tc>
                <a:extLst>
                  <a:ext uri="{0D108BD9-81ED-4DB2-BD59-A6C34878D82A}">
                    <a16:rowId xmlns:a16="http://schemas.microsoft.com/office/drawing/2014/main" val="2684307114"/>
                  </a:ext>
                </a:extLst>
              </a:tr>
              <a:tr h="893787">
                <a:tc>
                  <a:txBody>
                    <a:bodyPr/>
                    <a:lstStyle/>
                    <a:p>
                      <a:pPr>
                        <a:buNone/>
                      </a:pPr>
                      <a:r>
                        <a:rPr lang="en-US" sz="1600" b="1" cap="none" spc="0" dirty="0">
                          <a:solidFill>
                            <a:schemeClr val="tx1"/>
                          </a:solidFill>
                        </a:rPr>
                        <a:t>Elastic Beanstalk Defaults</a:t>
                      </a:r>
                    </a:p>
                  </a:txBody>
                  <a:tcPr marL="173364" marR="173364" marT="173364" marB="173364" anchor="ctr">
                    <a:solidFill>
                      <a:schemeClr val="bg2">
                        <a:lumMod val="90000"/>
                        <a:lumOff val="10000"/>
                      </a:schemeClr>
                    </a:solidFill>
                  </a:tcPr>
                </a:tc>
                <a:tc>
                  <a:txBody>
                    <a:bodyPr/>
                    <a:lstStyle/>
                    <a:p>
                      <a:pPr>
                        <a:buNone/>
                      </a:pPr>
                      <a:r>
                        <a:rPr lang="en-US" sz="1600" cap="none" spc="0" dirty="0">
                          <a:solidFill>
                            <a:schemeClr val="tx1"/>
                          </a:solidFill>
                        </a:rPr>
                        <a:t>Default configuration routes Nginx → port 8000</a:t>
                      </a:r>
                    </a:p>
                  </a:txBody>
                  <a:tcPr marL="173364" marR="173364" marT="173364" marB="173364" anchor="ctr">
                    <a:solidFill>
                      <a:schemeClr val="tx2">
                        <a:lumMod val="50000"/>
                      </a:schemeClr>
                    </a:solidFill>
                  </a:tcPr>
                </a:tc>
                <a:tc>
                  <a:txBody>
                    <a:bodyPr/>
                    <a:lstStyle/>
                    <a:p>
                      <a:pPr>
                        <a:buNone/>
                      </a:pPr>
                      <a:r>
                        <a:rPr lang="en-US" sz="1600" cap="none" spc="0" dirty="0">
                          <a:solidFill>
                            <a:schemeClr val="tx1"/>
                          </a:solidFill>
                        </a:rPr>
                        <a:t>Helped fix 502 gateway error</a:t>
                      </a:r>
                    </a:p>
                  </a:txBody>
                  <a:tcPr marL="173364" marR="173364" marT="173364" marB="173364" anchor="ctr">
                    <a:solidFill>
                      <a:schemeClr val="accent2">
                        <a:lumMod val="50000"/>
                      </a:schemeClr>
                    </a:solidFill>
                  </a:tcPr>
                </a:tc>
                <a:extLst>
                  <a:ext uri="{0D108BD9-81ED-4DB2-BD59-A6C34878D82A}">
                    <a16:rowId xmlns:a16="http://schemas.microsoft.com/office/drawing/2014/main" val="1401819265"/>
                  </a:ext>
                </a:extLst>
              </a:tr>
              <a:tr h="893787">
                <a:tc>
                  <a:txBody>
                    <a:bodyPr/>
                    <a:lstStyle/>
                    <a:p>
                      <a:pPr>
                        <a:buNone/>
                      </a:pPr>
                      <a:r>
                        <a:rPr lang="en-US" sz="1600" b="1" cap="none" spc="0" dirty="0">
                          <a:solidFill>
                            <a:schemeClr val="tx1"/>
                          </a:solidFill>
                        </a:rPr>
                        <a:t>Server Architecture</a:t>
                      </a:r>
                    </a:p>
                  </a:txBody>
                  <a:tcPr marL="173364" marR="173364" marT="173364" marB="173364" anchor="ctr">
                    <a:solidFill>
                      <a:schemeClr val="bg2">
                        <a:lumMod val="90000"/>
                        <a:lumOff val="10000"/>
                      </a:schemeClr>
                    </a:solidFill>
                  </a:tcPr>
                </a:tc>
                <a:tc>
                  <a:txBody>
                    <a:bodyPr/>
                    <a:lstStyle/>
                    <a:p>
                      <a:pPr>
                        <a:buNone/>
                      </a:pPr>
                      <a:r>
                        <a:rPr lang="en-US" sz="1600" cap="none" spc="0" dirty="0" err="1">
                          <a:solidFill>
                            <a:schemeClr val="tx1"/>
                          </a:solidFill>
                        </a:rPr>
                        <a:t>Gunicorn</a:t>
                      </a:r>
                      <a:r>
                        <a:rPr lang="en-US" sz="1600" cap="none" spc="0" dirty="0">
                          <a:solidFill>
                            <a:schemeClr val="tx1"/>
                          </a:solidFill>
                        </a:rPr>
                        <a:t> serves Flask; Nginx proxies requests</a:t>
                      </a:r>
                    </a:p>
                  </a:txBody>
                  <a:tcPr marL="173364" marR="173364" marT="173364" marB="173364" anchor="ctr">
                    <a:solidFill>
                      <a:schemeClr val="tx2">
                        <a:lumMod val="50000"/>
                      </a:schemeClr>
                    </a:solidFill>
                  </a:tcPr>
                </a:tc>
                <a:tc>
                  <a:txBody>
                    <a:bodyPr/>
                    <a:lstStyle/>
                    <a:p>
                      <a:pPr>
                        <a:buNone/>
                      </a:pPr>
                      <a:r>
                        <a:rPr lang="en-US" sz="1600" cap="none" spc="0" dirty="0">
                          <a:solidFill>
                            <a:schemeClr val="tx1"/>
                          </a:solidFill>
                        </a:rPr>
                        <a:t>Improved understanding of backend flow</a:t>
                      </a:r>
                    </a:p>
                  </a:txBody>
                  <a:tcPr marL="173364" marR="173364" marT="173364" marB="173364" anchor="ctr">
                    <a:solidFill>
                      <a:schemeClr val="accent2">
                        <a:lumMod val="50000"/>
                      </a:schemeClr>
                    </a:solidFill>
                  </a:tcPr>
                </a:tc>
                <a:extLst>
                  <a:ext uri="{0D108BD9-81ED-4DB2-BD59-A6C34878D82A}">
                    <a16:rowId xmlns:a16="http://schemas.microsoft.com/office/drawing/2014/main" val="439704887"/>
                  </a:ext>
                </a:extLst>
              </a:tr>
              <a:tr h="893787">
                <a:tc>
                  <a:txBody>
                    <a:bodyPr/>
                    <a:lstStyle/>
                    <a:p>
                      <a:pPr>
                        <a:buNone/>
                      </a:pPr>
                      <a:r>
                        <a:rPr lang="en-US" sz="1600" b="1" cap="none" spc="0" dirty="0">
                          <a:solidFill>
                            <a:schemeClr val="tx1"/>
                          </a:solidFill>
                        </a:rPr>
                        <a:t>IAM Permissions</a:t>
                      </a:r>
                    </a:p>
                  </a:txBody>
                  <a:tcPr marL="173364" marR="173364" marT="173364" marB="173364" anchor="ctr">
                    <a:solidFill>
                      <a:schemeClr val="bg2">
                        <a:lumMod val="90000"/>
                        <a:lumOff val="10000"/>
                      </a:schemeClr>
                    </a:solidFill>
                  </a:tcPr>
                </a:tc>
                <a:tc>
                  <a:txBody>
                    <a:bodyPr/>
                    <a:lstStyle/>
                    <a:p>
                      <a:pPr>
                        <a:buNone/>
                      </a:pPr>
                      <a:r>
                        <a:rPr lang="en-US" sz="1600" cap="none" spc="0" dirty="0">
                          <a:solidFill>
                            <a:schemeClr val="tx1"/>
                          </a:solidFill>
                        </a:rPr>
                        <a:t>Roles must have full EBS, EC2, and CloudWatch access</a:t>
                      </a:r>
                    </a:p>
                  </a:txBody>
                  <a:tcPr marL="173364" marR="173364" marT="173364" marB="173364" anchor="ctr">
                    <a:solidFill>
                      <a:schemeClr val="tx2">
                        <a:lumMod val="50000"/>
                      </a:schemeClr>
                    </a:solidFill>
                  </a:tcPr>
                </a:tc>
                <a:tc>
                  <a:txBody>
                    <a:bodyPr/>
                    <a:lstStyle/>
                    <a:p>
                      <a:pPr>
                        <a:buNone/>
                      </a:pPr>
                      <a:r>
                        <a:rPr lang="en-US" sz="1600" cap="none" spc="0" dirty="0">
                          <a:solidFill>
                            <a:schemeClr val="tx1"/>
                          </a:solidFill>
                        </a:rPr>
                        <a:t>Prevented future deployment failures</a:t>
                      </a:r>
                    </a:p>
                  </a:txBody>
                  <a:tcPr marL="173364" marR="173364" marT="173364" marB="173364" anchor="ctr">
                    <a:solidFill>
                      <a:schemeClr val="accent2">
                        <a:lumMod val="50000"/>
                      </a:schemeClr>
                    </a:solidFill>
                  </a:tcPr>
                </a:tc>
                <a:extLst>
                  <a:ext uri="{0D108BD9-81ED-4DB2-BD59-A6C34878D82A}">
                    <a16:rowId xmlns:a16="http://schemas.microsoft.com/office/drawing/2014/main" val="3632227238"/>
                  </a:ext>
                </a:extLst>
              </a:tr>
              <a:tr h="893787">
                <a:tc>
                  <a:txBody>
                    <a:bodyPr/>
                    <a:lstStyle/>
                    <a:p>
                      <a:pPr>
                        <a:buNone/>
                      </a:pPr>
                      <a:r>
                        <a:rPr lang="en-US" sz="1600" b="1" cap="none" spc="0" dirty="0">
                          <a:solidFill>
                            <a:schemeClr val="tx1"/>
                          </a:solidFill>
                        </a:rPr>
                        <a:t>Debugging Approach</a:t>
                      </a:r>
                    </a:p>
                  </a:txBody>
                  <a:tcPr marL="173364" marR="173364" marT="173364" marB="173364" anchor="ctr">
                    <a:solidFill>
                      <a:schemeClr val="bg2">
                        <a:lumMod val="90000"/>
                        <a:lumOff val="10000"/>
                      </a:schemeClr>
                    </a:solidFill>
                  </a:tcPr>
                </a:tc>
                <a:tc>
                  <a:txBody>
                    <a:bodyPr/>
                    <a:lstStyle/>
                    <a:p>
                      <a:pPr>
                        <a:buNone/>
                      </a:pPr>
                      <a:r>
                        <a:rPr lang="en-US" sz="1600" cap="none" spc="0" dirty="0">
                          <a:solidFill>
                            <a:schemeClr val="tx1"/>
                          </a:solidFill>
                        </a:rPr>
                        <a:t>Reading instance logs via /var/log and </a:t>
                      </a:r>
                      <a:r>
                        <a:rPr lang="en-US" sz="1600" cap="none" spc="0" dirty="0" err="1">
                          <a:solidFill>
                            <a:schemeClr val="tx1"/>
                          </a:solidFill>
                        </a:rPr>
                        <a:t>eb</a:t>
                      </a:r>
                      <a:r>
                        <a:rPr lang="en-US" sz="1600" cap="none" spc="0" dirty="0">
                          <a:solidFill>
                            <a:schemeClr val="tx1"/>
                          </a:solidFill>
                        </a:rPr>
                        <a:t> logs</a:t>
                      </a:r>
                    </a:p>
                  </a:txBody>
                  <a:tcPr marL="173364" marR="173364" marT="173364" marB="173364" anchor="ctr">
                    <a:solidFill>
                      <a:schemeClr val="tx2">
                        <a:lumMod val="50000"/>
                      </a:schemeClr>
                    </a:solidFill>
                  </a:tcPr>
                </a:tc>
                <a:tc>
                  <a:txBody>
                    <a:bodyPr/>
                    <a:lstStyle/>
                    <a:p>
                      <a:pPr>
                        <a:buNone/>
                      </a:pPr>
                      <a:r>
                        <a:rPr lang="en-US" sz="1600" cap="none" spc="0" dirty="0">
                          <a:solidFill>
                            <a:schemeClr val="tx1"/>
                          </a:solidFill>
                        </a:rPr>
                        <a:t>Enabled faster troubleshooting</a:t>
                      </a:r>
                    </a:p>
                  </a:txBody>
                  <a:tcPr marL="173364" marR="173364" marT="173364" marB="173364" anchor="ctr">
                    <a:solidFill>
                      <a:schemeClr val="accent2">
                        <a:lumMod val="50000"/>
                      </a:schemeClr>
                    </a:solidFill>
                  </a:tcPr>
                </a:tc>
                <a:extLst>
                  <a:ext uri="{0D108BD9-81ED-4DB2-BD59-A6C34878D82A}">
                    <a16:rowId xmlns:a16="http://schemas.microsoft.com/office/drawing/2014/main" val="2498468824"/>
                  </a:ext>
                </a:extLst>
              </a:tr>
            </a:tbl>
          </a:graphicData>
        </a:graphic>
      </p:graphicFrame>
    </p:spTree>
    <p:extLst>
      <p:ext uri="{BB962C8B-B14F-4D97-AF65-F5344CB8AC3E}">
        <p14:creationId xmlns:p14="http://schemas.microsoft.com/office/powerpoint/2010/main" val="65211360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EA078-D727-97FA-2F77-627EE43E94C1}"/>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A21E5F8-C716-206E-A3B8-C180CD10B079}"/>
              </a:ext>
            </a:extLst>
          </p:cNvPr>
          <p:cNvSpPr>
            <a:spLocks noGrp="1"/>
          </p:cNvSpPr>
          <p:nvPr>
            <p:ph type="body" sz="quarter" idx="10"/>
          </p:nvPr>
        </p:nvSpPr>
        <p:spPr>
          <a:xfrm>
            <a:off x="591399" y="572679"/>
            <a:ext cx="7256235" cy="982989"/>
          </a:xfrm>
        </p:spPr>
        <p:txBody>
          <a:bodyPr/>
          <a:lstStyle/>
          <a:p>
            <a:r>
              <a:rPr lang="en-US" dirty="0"/>
              <a:t>Learning &amp; Takeaways</a:t>
            </a:r>
          </a:p>
          <a:p>
            <a:endParaRPr lang="en-US" dirty="0"/>
          </a:p>
        </p:txBody>
      </p:sp>
      <p:sp>
        <p:nvSpPr>
          <p:cNvPr id="16" name="Text Placeholder 15">
            <a:extLst>
              <a:ext uri="{FF2B5EF4-FFF2-40B4-BE49-F238E27FC236}">
                <a16:creationId xmlns:a16="http://schemas.microsoft.com/office/drawing/2014/main" id="{C4FC5C0E-0097-C43F-E7ED-EFAF610A6F06}"/>
              </a:ext>
            </a:extLst>
          </p:cNvPr>
          <p:cNvSpPr>
            <a:spLocks noGrp="1"/>
          </p:cNvSpPr>
          <p:nvPr>
            <p:ph type="body" sz="quarter" idx="12"/>
          </p:nvPr>
        </p:nvSpPr>
        <p:spPr>
          <a:xfrm>
            <a:off x="591400" y="1555668"/>
            <a:ext cx="9768083" cy="4729653"/>
          </a:xfrm>
        </p:spPr>
        <p:txBody>
          <a:bodyPr/>
          <a:lstStyle/>
          <a:p>
            <a:pPr>
              <a:spcBef>
                <a:spcPts val="2500"/>
              </a:spcBef>
            </a:pPr>
            <a:r>
              <a:rPr lang="en-US" b="1" dirty="0"/>
              <a:t>AWS Component Orchestration</a:t>
            </a:r>
          </a:p>
          <a:p>
            <a:pPr marL="0" lvl="1" indent="0">
              <a:buNone/>
            </a:pPr>
            <a:r>
              <a:rPr lang="en-US" sz="2000" dirty="0">
                <a:solidFill>
                  <a:srgbClr val="13ACE1"/>
                </a:solidFill>
              </a:rPr>
              <a:t>Understanding how EC2, IAM, Nginx, and </a:t>
            </a:r>
            <a:r>
              <a:rPr lang="en-US" sz="2000" dirty="0" err="1">
                <a:solidFill>
                  <a:srgbClr val="13ACE1"/>
                </a:solidFill>
              </a:rPr>
              <a:t>Gunicorn</a:t>
            </a:r>
            <a:r>
              <a:rPr lang="en-US" sz="2000" dirty="0">
                <a:solidFill>
                  <a:srgbClr val="13ACE1"/>
                </a:solidFill>
              </a:rPr>
              <a:t> interact is vital for a smooth deployment.</a:t>
            </a:r>
          </a:p>
          <a:p>
            <a:pPr>
              <a:spcBef>
                <a:spcPts val="2500"/>
              </a:spcBef>
            </a:pPr>
            <a:r>
              <a:rPr lang="en-US" b="1" dirty="0"/>
              <a:t>IAM Role Configuration</a:t>
            </a:r>
          </a:p>
          <a:p>
            <a:pPr marL="0" lvl="1" indent="0">
              <a:buNone/>
            </a:pPr>
            <a:r>
              <a:rPr lang="en-US" sz="2000" dirty="0">
                <a:solidFill>
                  <a:srgbClr val="13ACE1"/>
                </a:solidFill>
              </a:rPr>
              <a:t>Proper IAM role setup prevents permission-related deployment failures and enhances security.</a:t>
            </a:r>
          </a:p>
          <a:p>
            <a:pPr>
              <a:spcBef>
                <a:spcPts val="2500"/>
              </a:spcBef>
            </a:pPr>
            <a:r>
              <a:rPr lang="en-US" b="1" dirty="0"/>
              <a:t>Troubleshooting with Logs</a:t>
            </a:r>
          </a:p>
          <a:p>
            <a:pPr marL="0" lvl="1" indent="0">
              <a:buNone/>
            </a:pPr>
            <a:r>
              <a:rPr lang="en-US" sz="2000" dirty="0">
                <a:solidFill>
                  <a:srgbClr val="13ACE1"/>
                </a:solidFill>
              </a:rPr>
              <a:t>Using log streaming and '</a:t>
            </a:r>
            <a:r>
              <a:rPr lang="en-US" sz="2000" dirty="0" err="1">
                <a:solidFill>
                  <a:srgbClr val="13ACE1"/>
                </a:solidFill>
              </a:rPr>
              <a:t>eb</a:t>
            </a:r>
            <a:r>
              <a:rPr lang="en-US" sz="2000" dirty="0">
                <a:solidFill>
                  <a:srgbClr val="13ACE1"/>
                </a:solidFill>
              </a:rPr>
              <a:t> logs' is effective for diagnosing and resolving deployment issues.</a:t>
            </a:r>
          </a:p>
          <a:p>
            <a:pPr>
              <a:spcBef>
                <a:spcPts val="2500"/>
              </a:spcBef>
            </a:pPr>
            <a:r>
              <a:rPr lang="en-US" b="1" dirty="0"/>
              <a:t>Building Scalable Applications</a:t>
            </a:r>
          </a:p>
          <a:p>
            <a:pPr marL="0" lvl="1" indent="0">
              <a:buNone/>
            </a:pPr>
            <a:r>
              <a:rPr lang="en-US" sz="2000" dirty="0">
                <a:solidFill>
                  <a:srgbClr val="13ACE1"/>
                </a:solidFill>
              </a:rPr>
              <a:t>Comprehensive AWS infrastructure knowledge is essential for scalable, secure, and efficient app development.</a:t>
            </a:r>
          </a:p>
        </p:txBody>
      </p:sp>
    </p:spTree>
    <p:extLst>
      <p:ext uri="{BB962C8B-B14F-4D97-AF65-F5344CB8AC3E}">
        <p14:creationId xmlns:p14="http://schemas.microsoft.com/office/powerpoint/2010/main" val="229287404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237D17-E437-DD46-AE33-64FC08A15971}"/>
              </a:ext>
            </a:extLst>
          </p:cNvPr>
          <p:cNvSpPr>
            <a:spLocks noGrp="1"/>
          </p:cNvSpPr>
          <p:nvPr>
            <p:ph type="body" sz="quarter" idx="10"/>
          </p:nvPr>
        </p:nvSpPr>
        <p:spPr/>
        <p:txBody>
          <a:bodyPr/>
          <a:lstStyle/>
          <a:p>
            <a:r>
              <a:rPr lang="en-GB" dirty="0"/>
              <a:t>Summary and Recommendations</a:t>
            </a:r>
          </a:p>
          <a:p>
            <a:endParaRPr lang="en-US" dirty="0"/>
          </a:p>
        </p:txBody>
      </p:sp>
    </p:spTree>
    <p:extLst>
      <p:ext uri="{BB962C8B-B14F-4D97-AF65-F5344CB8AC3E}">
        <p14:creationId xmlns:p14="http://schemas.microsoft.com/office/powerpoint/2010/main" val="256893084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3E12BC2-0D53-2243-8DA6-664EE031A41B}"/>
              </a:ext>
            </a:extLst>
          </p:cNvPr>
          <p:cNvSpPr>
            <a:spLocks noGrp="1"/>
          </p:cNvSpPr>
          <p:nvPr>
            <p:ph type="body" sz="quarter" idx="10"/>
          </p:nvPr>
        </p:nvSpPr>
        <p:spPr>
          <a:xfrm>
            <a:off x="591399" y="572679"/>
            <a:ext cx="7256235" cy="982989"/>
          </a:xfrm>
        </p:spPr>
        <p:txBody>
          <a:bodyPr/>
          <a:lstStyle/>
          <a:p>
            <a:r>
              <a:rPr lang="en-US" dirty="0"/>
              <a:t>Summary</a:t>
            </a:r>
          </a:p>
        </p:txBody>
      </p:sp>
      <p:sp>
        <p:nvSpPr>
          <p:cNvPr id="16" name="Text Placeholder 15">
            <a:extLst>
              <a:ext uri="{FF2B5EF4-FFF2-40B4-BE49-F238E27FC236}">
                <a16:creationId xmlns:a16="http://schemas.microsoft.com/office/drawing/2014/main" id="{B439D4E7-CADE-7644-BBAC-BBCD476022BA}"/>
              </a:ext>
            </a:extLst>
          </p:cNvPr>
          <p:cNvSpPr>
            <a:spLocks noGrp="1"/>
          </p:cNvSpPr>
          <p:nvPr>
            <p:ph type="body" sz="quarter" idx="12"/>
          </p:nvPr>
        </p:nvSpPr>
        <p:spPr>
          <a:xfrm>
            <a:off x="591401" y="1555668"/>
            <a:ext cx="6686092" cy="4729653"/>
          </a:xfrm>
        </p:spPr>
        <p:txBody>
          <a:bodyPr/>
          <a:lstStyle/>
          <a:p>
            <a:pPr fontAlgn="base"/>
            <a:r>
              <a:rPr lang="en-US" b="1" dirty="0"/>
              <a:t>Simplified Application Deployment</a:t>
            </a:r>
            <a:r>
              <a:rPr lang="en-US" dirty="0"/>
              <a:t>​</a:t>
            </a:r>
          </a:p>
          <a:p>
            <a:pPr fontAlgn="base"/>
            <a:r>
              <a:rPr lang="en-US" dirty="0"/>
              <a:t>Elastic </a:t>
            </a:r>
            <a:r>
              <a:rPr lang="en-US" dirty="0">
                <a:solidFill>
                  <a:srgbClr val="13ACE1"/>
                </a:solidFill>
              </a:rPr>
              <a:t>Beanstalk</a:t>
            </a:r>
            <a:r>
              <a:rPr lang="en-US" dirty="0"/>
              <a:t> abstracts infrastructure complexity, enabling developers to focus on features and user experience.​</a:t>
            </a:r>
          </a:p>
          <a:p>
            <a:pPr fontAlgn="base"/>
            <a:r>
              <a:rPr lang="en-US" b="1" dirty="0"/>
              <a:t>Automatic Scaling and Monitoring</a:t>
            </a:r>
            <a:r>
              <a:rPr lang="en-US" dirty="0"/>
              <a:t>​</a:t>
            </a:r>
          </a:p>
          <a:p>
            <a:pPr fontAlgn="base"/>
            <a:r>
              <a:rPr lang="en-US" dirty="0"/>
              <a:t>The service supports automatic scaling, load balancing, and health monitoring for high availability applications.​</a:t>
            </a:r>
          </a:p>
          <a:p>
            <a:pPr fontAlgn="base"/>
            <a:r>
              <a:rPr lang="en-US" b="1" dirty="0"/>
              <a:t>Best Practices for Optimization</a:t>
            </a:r>
            <a:r>
              <a:rPr lang="en-US" dirty="0"/>
              <a:t>​</a:t>
            </a:r>
          </a:p>
          <a:p>
            <a:pPr fontAlgn="base"/>
            <a:r>
              <a:rPr lang="en-US" dirty="0"/>
              <a:t>Users should monitor resources, optimize configurations, and integrate with AWS services to maximize benefits.​</a:t>
            </a:r>
          </a:p>
          <a:p>
            <a:pPr fontAlgn="base"/>
            <a:r>
              <a:rPr lang="en-US" b="1" dirty="0"/>
              <a:t>Recommended Solution</a:t>
            </a:r>
            <a:r>
              <a:rPr lang="en-US" dirty="0"/>
              <a:t>​</a:t>
            </a:r>
          </a:p>
          <a:p>
            <a:pPr fontAlgn="base"/>
            <a:r>
              <a:rPr lang="en-US" dirty="0"/>
              <a:t>Elastic Beanstalk is ideal for organizations seeking quick, efficient, and scalable application deployment.​</a:t>
            </a:r>
          </a:p>
        </p:txBody>
      </p:sp>
    </p:spTree>
    <p:extLst>
      <p:ext uri="{BB962C8B-B14F-4D97-AF65-F5344CB8AC3E}">
        <p14:creationId xmlns:p14="http://schemas.microsoft.com/office/powerpoint/2010/main" val="303435874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819195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380992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17.01.13"/>
  <p:tag name="AS_TITLE" val="Aspose.Slides for .NET 4.0"/>
  <p:tag name="AS_VERSION" val="16.12.1.0"/>
</p:tagLst>
</file>

<file path=ppt/theme/theme1.xml><?xml version="1.0" encoding="utf-8"?>
<a:theme xmlns:a="http://schemas.openxmlformats.org/drawingml/2006/main" name="cover slide">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A9165D84-C8C1-42E8-8982-779DCC775A9B}"/>
    </a:ext>
  </a:extLst>
</a:theme>
</file>

<file path=ppt/theme/theme2.xml><?xml version="1.0" encoding="utf-8"?>
<a:theme xmlns:a="http://schemas.openxmlformats.org/drawingml/2006/main" name="divider">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D504DB27-46FF-49B2-B2E8-A881BF7CEA8F}"/>
    </a:ext>
  </a:extLst>
</a:theme>
</file>

<file path=ppt/theme/theme3.xml><?xml version="1.0" encoding="utf-8"?>
<a:theme xmlns:a="http://schemas.openxmlformats.org/drawingml/2006/main" name="2_content">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E1056611-396A-4587-A475-9CCB9A7CFDB3}"/>
    </a:ext>
  </a:extLst>
</a:theme>
</file>

<file path=ppt/theme/theme4.xml><?xml version="1.0" encoding="utf-8"?>
<a:theme xmlns:a="http://schemas.openxmlformats.org/drawingml/2006/main" name="end slides">
  <a:themeElements>
    <a:clrScheme name="Custom 2">
      <a:dk1>
        <a:srgbClr val="000000"/>
      </a:dk1>
      <a:lt1>
        <a:srgbClr val="FFFFFF"/>
      </a:lt1>
      <a:dk2>
        <a:srgbClr val="00205C"/>
      </a:dk2>
      <a:lt2>
        <a:srgbClr val="E7E6E6"/>
      </a:lt2>
      <a:accent1>
        <a:srgbClr val="00A7E1"/>
      </a:accent1>
      <a:accent2>
        <a:srgbClr val="66CAD8"/>
      </a:accent2>
      <a:accent3>
        <a:srgbClr val="FAA61A"/>
      </a:accent3>
      <a:accent4>
        <a:srgbClr val="404FA2"/>
      </a:accent4>
      <a:accent5>
        <a:srgbClr val="CBDB2A"/>
      </a:accent5>
      <a:accent6>
        <a:srgbClr val="E82370"/>
      </a:accent6>
      <a:hlink>
        <a:srgbClr val="00A7E1"/>
      </a:hlink>
      <a:folHlink>
        <a:srgbClr val="00205C"/>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F89BEA4-D5CC-4DA4-807E-CDA142F19F07}" vid="{7EF9E658-9FCD-4CCD-96C4-E2A25B15814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bf96a6d0-7d7c-4546-8158-e86a403a6ac9">
      <UserInfo>
        <DisplayName>Isaac Chan (NCS)</DisplayName>
        <AccountId>18</AccountId>
        <AccountType/>
      </UserInfo>
      <UserInfo>
        <DisplayName>Asil Asil (NCS)</DisplayName>
        <AccountId>19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E66EC21B1E83B4D86C907A05C95DE09" ma:contentTypeVersion="5" ma:contentTypeDescription="Create a new document." ma:contentTypeScope="" ma:versionID="6aa6a40c7ed11de17141c4396c3c09fa">
  <xsd:schema xmlns:xsd="http://www.w3.org/2001/XMLSchema" xmlns:xs="http://www.w3.org/2001/XMLSchema" xmlns:p="http://schemas.microsoft.com/office/2006/metadata/properties" xmlns:ns2="7762f694-24cd-422c-8506-be279f1c593a" xmlns:ns3="bf96a6d0-7d7c-4546-8158-e86a403a6ac9" targetNamespace="http://schemas.microsoft.com/office/2006/metadata/properties" ma:root="true" ma:fieldsID="cbcc2c2dd9d337ed517da6ffa62e5640" ns2:_="" ns3:_="">
    <xsd:import namespace="7762f694-24cd-422c-8506-be279f1c593a"/>
    <xsd:import namespace="bf96a6d0-7d7c-4546-8158-e86a403a6ac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62f694-24cd-422c-8506-be279f1c59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96a6d0-7d7c-4546-8158-e86a403a6ac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CBB70C-2BCC-4239-ACE0-CFA6AFFAA6BD}">
  <ds:schemaRefs>
    <ds:schemaRef ds:uri="http://schemas.microsoft.com/sharepoint/v3/contenttype/forms"/>
  </ds:schemaRefs>
</ds:datastoreItem>
</file>

<file path=customXml/itemProps2.xml><?xml version="1.0" encoding="utf-8"?>
<ds:datastoreItem xmlns:ds="http://schemas.openxmlformats.org/officeDocument/2006/customXml" ds:itemID="{DD645BDE-075B-4C01-B810-3203EB500D0D}">
  <ds:schemaRefs>
    <ds:schemaRef ds:uri="f076d96e-05a5-45a8-8460-4ccc7c61843d"/>
    <ds:schemaRef ds:uri="http://schemas.microsoft.com/office/2006/metadata/properties"/>
    <ds:schemaRef ds:uri="http://schemas.microsoft.com/office/infopath/2007/PartnerControls"/>
    <ds:schemaRef ds:uri="bf96a6d0-7d7c-4546-8158-e86a403a6ac9"/>
  </ds:schemaRefs>
</ds:datastoreItem>
</file>

<file path=customXml/itemProps3.xml><?xml version="1.0" encoding="utf-8"?>
<ds:datastoreItem xmlns:ds="http://schemas.openxmlformats.org/officeDocument/2006/customXml" ds:itemID="{75081DD3-7D94-4C0B-9C87-088E2DC416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62f694-24cd-422c-8506-be279f1c593a"/>
    <ds:schemaRef ds:uri="bf96a6d0-7d7c-4546-8158-e86a403a6a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807</TotalTime>
  <Words>770</Words>
  <Application>Microsoft Office PowerPoint</Application>
  <PresentationFormat>Widescreen</PresentationFormat>
  <Paragraphs>104</Paragraphs>
  <Slides>27</Slides>
  <Notes>8</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27</vt:i4>
      </vt:variant>
    </vt:vector>
  </HeadingPairs>
  <TitlesOfParts>
    <vt:vector size="34" baseType="lpstr">
      <vt:lpstr>Arial</vt:lpstr>
      <vt:lpstr>Ubuntu</vt:lpstr>
      <vt:lpstr>Calibri</vt:lpstr>
      <vt:lpstr>cover slide</vt:lpstr>
      <vt:lpstr>divider</vt:lpstr>
      <vt:lpstr>2_content</vt:lpstr>
      <vt:lpstr>end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Belle Law (NCS)</dc:creator>
  <cp:lastModifiedBy>Razin Zaidun (NCS)</cp:lastModifiedBy>
  <cp:revision>92</cp:revision>
  <dcterms:created xsi:type="dcterms:W3CDTF">2021-10-03T16:25:32Z</dcterms:created>
  <dcterms:modified xsi:type="dcterms:W3CDTF">2025-11-13T01:13:07Z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0x0101001E66EC21B1E83B4D86C907A05C95DE09</vt:lpwstr>
  </property>
</Properties>
</file>