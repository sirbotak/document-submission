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8" r:id="rId4"/>
    <p:sldMasterId id="2147483648" r:id="rId5"/>
    <p:sldMasterId id="2147483752" r:id="rId6"/>
    <p:sldMasterId id="2147483704" r:id="rId7"/>
  </p:sldMasterIdLst>
  <p:notesMasterIdLst>
    <p:notesMasterId r:id="rId36"/>
  </p:notesMasterIdLst>
  <p:handoutMasterIdLst>
    <p:handoutMasterId r:id="rId37"/>
  </p:handoutMasterIdLst>
  <p:sldIdLst>
    <p:sldId id="256" r:id="rId8"/>
    <p:sldId id="269" r:id="rId9"/>
    <p:sldId id="259" r:id="rId10"/>
    <p:sldId id="272" r:id="rId11"/>
    <p:sldId id="327" r:id="rId12"/>
    <p:sldId id="294" r:id="rId13"/>
    <p:sldId id="328" r:id="rId14"/>
    <p:sldId id="329" r:id="rId15"/>
    <p:sldId id="273" r:id="rId16"/>
    <p:sldId id="293" r:id="rId17"/>
    <p:sldId id="296" r:id="rId18"/>
    <p:sldId id="297" r:id="rId19"/>
    <p:sldId id="298" r:id="rId20"/>
    <p:sldId id="299" r:id="rId21"/>
    <p:sldId id="330" r:id="rId22"/>
    <p:sldId id="302" r:id="rId23"/>
    <p:sldId id="301" r:id="rId24"/>
    <p:sldId id="303" r:id="rId25"/>
    <p:sldId id="305" r:id="rId26"/>
    <p:sldId id="300" r:id="rId27"/>
    <p:sldId id="313" r:id="rId28"/>
    <p:sldId id="331" r:id="rId29"/>
    <p:sldId id="306" r:id="rId30"/>
    <p:sldId id="307" r:id="rId31"/>
    <p:sldId id="258" r:id="rId32"/>
    <p:sldId id="275" r:id="rId33"/>
    <p:sldId id="292" r:id="rId34"/>
    <p:sldId id="284" r:id="rId35"/>
  </p:sldIdLst>
  <p:sldSz cx="12192000" cy="6858000"/>
  <p:notesSz cx="6858000" cy="9144000"/>
  <p:embeddedFontLst>
    <p:embeddedFont>
      <p:font typeface="Ubuntu" panose="020B0504030602030204" pitchFamily="34" charset="0"/>
      <p:regular r:id="rId38"/>
      <p:bold r:id="rId39"/>
      <p:italic r:id="rId40"/>
      <p:boldItalic r:id="rId41"/>
    </p:embeddedFont>
  </p:embeddedFontLst>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 id="{1006DAB2-B71D-3347-B3EF-014DA7DE0E8E}">
          <p14:sldIdLst>
            <p14:sldId id="256"/>
            <p14:sldId id="269"/>
            <p14:sldId id="259"/>
            <p14:sldId id="272"/>
            <p14:sldId id="327"/>
            <p14:sldId id="294"/>
            <p14:sldId id="328"/>
            <p14:sldId id="329"/>
            <p14:sldId id="273"/>
            <p14:sldId id="293"/>
            <p14:sldId id="296"/>
            <p14:sldId id="297"/>
            <p14:sldId id="298"/>
            <p14:sldId id="299"/>
            <p14:sldId id="330"/>
            <p14:sldId id="302"/>
            <p14:sldId id="301"/>
            <p14:sldId id="303"/>
            <p14:sldId id="305"/>
            <p14:sldId id="300"/>
            <p14:sldId id="313"/>
            <p14:sldId id="331"/>
            <p14:sldId id="306"/>
            <p14:sldId id="307"/>
            <p14:sldId id="258"/>
            <p14:sldId id="275"/>
            <p14:sldId id="292"/>
            <p14:sldId id="284"/>
          </p14:sldIdLst>
        </p14:section>
        <p14:section name="stand out slide" id="{931D4ECF-FA8C-684D-BD9F-7C447B9FA9C7}">
          <p14:sldIdLst/>
        </p14:section>
        <p14:section name="content" id="{07EFC97D-25D9-DE42-92B7-D832EDBB936C}">
          <p14:sldIdLst/>
        </p14:section>
        <p14:section name="end slide" id="{C508297D-8E91-BE44-86FE-ED4B6D52C8D5}">
          <p14:sldIdLst/>
        </p14:section>
        <p14:section name="divider slide" id="{11A5BE42-2ABF-B049-9795-D5160D56891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ACE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A19FD3-E058-4F37-B0D1-D9E5714DA983}" v="4" dt="2021-07-01T05:49:49.21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02" autoAdjust="0"/>
    <p:restoredTop sz="91026" autoAdjust="0"/>
  </p:normalViewPr>
  <p:slideViewPr>
    <p:cSldViewPr snapToGrid="0">
      <p:cViewPr varScale="1">
        <p:scale>
          <a:sx n="57" d="100"/>
          <a:sy n="57" d="100"/>
        </p:scale>
        <p:origin x="700" y="48"/>
      </p:cViewPr>
      <p:guideLst/>
    </p:cSldViewPr>
  </p:slideViewPr>
  <p:outlineViewPr>
    <p:cViewPr>
      <p:scale>
        <a:sx n="33" d="100"/>
        <a:sy n="33" d="100"/>
      </p:scale>
      <p:origin x="0" y="-1876"/>
    </p:cViewPr>
  </p:outlineViewPr>
  <p:notesTextViewPr>
    <p:cViewPr>
      <p:scale>
        <a:sx n="1" d="1"/>
        <a:sy n="1" d="1"/>
      </p:scale>
      <p:origin x="0" y="0"/>
    </p:cViewPr>
  </p:notesTextViewPr>
  <p:notesViewPr>
    <p:cSldViewPr snapToGrid="0">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2.fntdata"/><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ags" Target="tags/tag1.xml"/><Relationship Id="rId47"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DCFF53-D302-4D4F-9638-08F4A0372C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D4DFB5A3-0E95-904D-84CD-BD9CD3B391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9A15DD-D767-E940-9658-67E0AA1A1B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C7C64E-0F0E-6141-8FA9-D6F2ED3FA56A}" type="slidenum">
              <a:rPr lang="en-US" smtClean="0"/>
              <a:t>‹#›</a:t>
            </a:fld>
            <a:endParaRPr lang="en-US"/>
          </a:p>
        </p:txBody>
      </p:sp>
    </p:spTree>
    <p:extLst>
      <p:ext uri="{BB962C8B-B14F-4D97-AF65-F5344CB8AC3E}">
        <p14:creationId xmlns:p14="http://schemas.microsoft.com/office/powerpoint/2010/main" val="18264081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CC3EAE-22DF-2B4B-A1EA-17751061A738}"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4AAE03-B067-BC4B-B4DC-EFC02FBC7F46}" type="slidenum">
              <a:rPr lang="en-US" smtClean="0"/>
              <a:t>‹#›</a:t>
            </a:fld>
            <a:endParaRPr lang="en-US"/>
          </a:p>
        </p:txBody>
      </p:sp>
    </p:spTree>
    <p:extLst>
      <p:ext uri="{BB962C8B-B14F-4D97-AF65-F5344CB8AC3E}">
        <p14:creationId xmlns:p14="http://schemas.microsoft.com/office/powerpoint/2010/main" val="3532914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53CFF-27FE-DBFE-8568-6D38ABFC2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64A9D-2F2D-893D-D25E-B33E0CE941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AE5C68-C1B6-A9D9-3608-A3AB8720A04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3DC3EC4-6C94-758E-8AB1-D7A4619402D4}"/>
              </a:ext>
            </a:extLst>
          </p:cNvPr>
          <p:cNvSpPr>
            <a:spLocks noGrp="1"/>
          </p:cNvSpPr>
          <p:nvPr>
            <p:ph type="sldNum" sz="quarter" idx="5"/>
          </p:nvPr>
        </p:nvSpPr>
        <p:spPr/>
        <p:txBody>
          <a:bodyPr/>
          <a:lstStyle/>
          <a:p>
            <a:fld id="{FB4AAE03-B067-BC4B-B4DC-EFC02FBC7F46}" type="slidenum">
              <a:rPr lang="en-US" smtClean="0"/>
              <a:t>7</a:t>
            </a:fld>
            <a:endParaRPr lang="en-US"/>
          </a:p>
        </p:txBody>
      </p:sp>
    </p:spTree>
    <p:extLst>
      <p:ext uri="{BB962C8B-B14F-4D97-AF65-F5344CB8AC3E}">
        <p14:creationId xmlns:p14="http://schemas.microsoft.com/office/powerpoint/2010/main" val="3558560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97336-9B3B-D57D-5428-BD45496AE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253E96-DCEB-7EE1-A190-E33400109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79D74-120E-CBE9-0F4C-2BF7D7D185D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AC221217-111D-FFE9-628C-44B51B111AA2}"/>
              </a:ext>
            </a:extLst>
          </p:cNvPr>
          <p:cNvSpPr>
            <a:spLocks noGrp="1"/>
          </p:cNvSpPr>
          <p:nvPr>
            <p:ph type="sldNum" sz="quarter" idx="5"/>
          </p:nvPr>
        </p:nvSpPr>
        <p:spPr/>
        <p:txBody>
          <a:bodyPr/>
          <a:lstStyle/>
          <a:p>
            <a:fld id="{FB4AAE03-B067-BC4B-B4DC-EFC02FBC7F46}" type="slidenum">
              <a:rPr lang="en-US" smtClean="0"/>
              <a:t>8</a:t>
            </a:fld>
            <a:endParaRPr lang="en-US"/>
          </a:p>
        </p:txBody>
      </p:sp>
    </p:spTree>
    <p:extLst>
      <p:ext uri="{BB962C8B-B14F-4D97-AF65-F5344CB8AC3E}">
        <p14:creationId xmlns:p14="http://schemas.microsoft.com/office/powerpoint/2010/main" val="3232757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B4AAE03-B067-BC4B-B4DC-EFC02FBC7F46}" type="slidenum">
              <a:rPr lang="en-US" smtClean="0"/>
              <a:t>9</a:t>
            </a:fld>
            <a:endParaRPr lang="en-US"/>
          </a:p>
        </p:txBody>
      </p:sp>
    </p:spTree>
    <p:extLst>
      <p:ext uri="{BB962C8B-B14F-4D97-AF65-F5344CB8AC3E}">
        <p14:creationId xmlns:p14="http://schemas.microsoft.com/office/powerpoint/2010/main" val="2745450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B4AAE03-B067-BC4B-B4DC-EFC02FBC7F46}" type="slidenum">
              <a:rPr lang="en-US" smtClean="0"/>
              <a:t>11</a:t>
            </a:fld>
            <a:endParaRPr lang="en-US"/>
          </a:p>
        </p:txBody>
      </p:sp>
    </p:spTree>
    <p:extLst>
      <p:ext uri="{BB962C8B-B14F-4D97-AF65-F5344CB8AC3E}">
        <p14:creationId xmlns:p14="http://schemas.microsoft.com/office/powerpoint/2010/main" val="3573047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1A523-A316-5CCC-4265-6BF1D6C40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3592FD-B35F-B4A1-C1C3-E0CA09BDB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DD00B-B3FD-FABA-CF3A-985F8E791C2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BBD10E20-FFF3-B78A-2E70-D71584B730CD}"/>
              </a:ext>
            </a:extLst>
          </p:cNvPr>
          <p:cNvSpPr>
            <a:spLocks noGrp="1"/>
          </p:cNvSpPr>
          <p:nvPr>
            <p:ph type="sldNum" sz="quarter" idx="5"/>
          </p:nvPr>
        </p:nvSpPr>
        <p:spPr/>
        <p:txBody>
          <a:bodyPr/>
          <a:lstStyle/>
          <a:p>
            <a:fld id="{FB4AAE03-B067-BC4B-B4DC-EFC02FBC7F46}" type="slidenum">
              <a:rPr lang="en-US" smtClean="0"/>
              <a:t>12</a:t>
            </a:fld>
            <a:endParaRPr lang="en-US"/>
          </a:p>
        </p:txBody>
      </p:sp>
    </p:spTree>
    <p:extLst>
      <p:ext uri="{BB962C8B-B14F-4D97-AF65-F5344CB8AC3E}">
        <p14:creationId xmlns:p14="http://schemas.microsoft.com/office/powerpoint/2010/main" val="3072286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EF03C-5B15-F696-358F-0167BFAF8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96F59-0811-8A6B-3F6E-F40FC0FCA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BC7A5-D56F-D65B-FD4E-70CDE12B648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AAFE376-42F4-5D40-B769-0FD345E971AF}"/>
              </a:ext>
            </a:extLst>
          </p:cNvPr>
          <p:cNvSpPr>
            <a:spLocks noGrp="1"/>
          </p:cNvSpPr>
          <p:nvPr>
            <p:ph type="sldNum" sz="quarter" idx="5"/>
          </p:nvPr>
        </p:nvSpPr>
        <p:spPr/>
        <p:txBody>
          <a:bodyPr/>
          <a:lstStyle/>
          <a:p>
            <a:fld id="{FB4AAE03-B067-BC4B-B4DC-EFC02FBC7F46}" type="slidenum">
              <a:rPr lang="en-US" smtClean="0"/>
              <a:t>13</a:t>
            </a:fld>
            <a:endParaRPr lang="en-US"/>
          </a:p>
        </p:txBody>
      </p:sp>
    </p:spTree>
    <p:extLst>
      <p:ext uri="{BB962C8B-B14F-4D97-AF65-F5344CB8AC3E}">
        <p14:creationId xmlns:p14="http://schemas.microsoft.com/office/powerpoint/2010/main" val="511521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6CB69-EF23-5BC9-1431-5A0A521037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05C88-8394-C515-7181-9CE9AC5C0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BC374-FF6F-0B0A-E505-E37A6B3A431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AB51B1B-1E00-F248-7892-9500D24649D5}"/>
              </a:ext>
            </a:extLst>
          </p:cNvPr>
          <p:cNvSpPr>
            <a:spLocks noGrp="1"/>
          </p:cNvSpPr>
          <p:nvPr>
            <p:ph type="sldNum" sz="quarter" idx="5"/>
          </p:nvPr>
        </p:nvSpPr>
        <p:spPr/>
        <p:txBody>
          <a:bodyPr/>
          <a:lstStyle/>
          <a:p>
            <a:fld id="{FB4AAE03-B067-BC4B-B4DC-EFC02FBC7F46}" type="slidenum">
              <a:rPr lang="en-US" smtClean="0"/>
              <a:t>14</a:t>
            </a:fld>
            <a:endParaRPr lang="en-US"/>
          </a:p>
        </p:txBody>
      </p:sp>
    </p:spTree>
    <p:extLst>
      <p:ext uri="{BB962C8B-B14F-4D97-AF65-F5344CB8AC3E}">
        <p14:creationId xmlns:p14="http://schemas.microsoft.com/office/powerpoint/2010/main" val="2506771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EF617-0F54-A484-FBF8-609BD4823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D4E321-27F1-4837-319E-E1D7004D4E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F5D755-A320-B71E-C9A6-304067D1C3E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C9F85BF-4FBB-FE8F-8CA0-E6609424221F}"/>
              </a:ext>
            </a:extLst>
          </p:cNvPr>
          <p:cNvSpPr>
            <a:spLocks noGrp="1"/>
          </p:cNvSpPr>
          <p:nvPr>
            <p:ph type="sldNum" sz="quarter" idx="5"/>
          </p:nvPr>
        </p:nvSpPr>
        <p:spPr/>
        <p:txBody>
          <a:bodyPr/>
          <a:lstStyle/>
          <a:p>
            <a:fld id="{FB4AAE03-B067-BC4B-B4DC-EFC02FBC7F46}" type="slidenum">
              <a:rPr lang="en-US" smtClean="0"/>
              <a:t>15</a:t>
            </a:fld>
            <a:endParaRPr lang="en-US"/>
          </a:p>
        </p:txBody>
      </p:sp>
    </p:spTree>
    <p:extLst>
      <p:ext uri="{BB962C8B-B14F-4D97-AF65-F5344CB8AC3E}">
        <p14:creationId xmlns:p14="http://schemas.microsoft.com/office/powerpoint/2010/main" val="1507987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3A817-9233-2C2D-C6B2-3A4F76781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A2528-B227-1EDA-E016-57BEAF0FDE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707EF-AB2B-3B01-A255-AE1E407687E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C05D6BAE-897D-6994-18DD-1922656E8FB3}"/>
              </a:ext>
            </a:extLst>
          </p:cNvPr>
          <p:cNvSpPr>
            <a:spLocks noGrp="1"/>
          </p:cNvSpPr>
          <p:nvPr>
            <p:ph type="sldNum" sz="quarter" idx="5"/>
          </p:nvPr>
        </p:nvSpPr>
        <p:spPr/>
        <p:txBody>
          <a:bodyPr/>
          <a:lstStyle/>
          <a:p>
            <a:fld id="{FB4AAE03-B067-BC4B-B4DC-EFC02FBC7F46}" type="slidenum">
              <a:rPr lang="en-US" smtClean="0"/>
              <a:t>17</a:t>
            </a:fld>
            <a:endParaRPr lang="en-US"/>
          </a:p>
        </p:txBody>
      </p:sp>
    </p:spTree>
    <p:extLst>
      <p:ext uri="{BB962C8B-B14F-4D97-AF65-F5344CB8AC3E}">
        <p14:creationId xmlns:p14="http://schemas.microsoft.com/office/powerpoint/2010/main" val="27267422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95F7-43ED-F652-32A1-1C0503E76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84314-C216-892F-7152-A287D2F437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EDF86-6240-833A-72EB-F9C004DC131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610E666-285F-8507-2E44-5DF363974F82}"/>
              </a:ext>
            </a:extLst>
          </p:cNvPr>
          <p:cNvSpPr>
            <a:spLocks noGrp="1"/>
          </p:cNvSpPr>
          <p:nvPr>
            <p:ph type="sldNum" sz="quarter" idx="5"/>
          </p:nvPr>
        </p:nvSpPr>
        <p:spPr/>
        <p:txBody>
          <a:bodyPr/>
          <a:lstStyle/>
          <a:p>
            <a:fld id="{FB4AAE03-B067-BC4B-B4DC-EFC02FBC7F46}" type="slidenum">
              <a:rPr lang="en-US" smtClean="0"/>
              <a:t>19</a:t>
            </a:fld>
            <a:endParaRPr lang="en-US"/>
          </a:p>
        </p:txBody>
      </p:sp>
    </p:spTree>
    <p:extLst>
      <p:ext uri="{BB962C8B-B14F-4D97-AF65-F5344CB8AC3E}">
        <p14:creationId xmlns:p14="http://schemas.microsoft.com/office/powerpoint/2010/main" val="908125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3AD42-1994-7885-9235-876773B99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68150-03C1-D1C3-68BA-037BAFA5B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C4FBA-E8B4-6CD3-B505-16CF073AC7C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175594F-841D-6E0C-6986-862054DD03FD}"/>
              </a:ext>
            </a:extLst>
          </p:cNvPr>
          <p:cNvSpPr>
            <a:spLocks noGrp="1"/>
          </p:cNvSpPr>
          <p:nvPr>
            <p:ph type="sldNum" sz="quarter" idx="5"/>
          </p:nvPr>
        </p:nvSpPr>
        <p:spPr/>
        <p:txBody>
          <a:bodyPr/>
          <a:lstStyle/>
          <a:p>
            <a:fld id="{FB4AAE03-B067-BC4B-B4DC-EFC02FBC7F46}" type="slidenum">
              <a:rPr lang="en-US" smtClean="0"/>
              <a:t>20</a:t>
            </a:fld>
            <a:endParaRPr lang="en-US"/>
          </a:p>
        </p:txBody>
      </p:sp>
    </p:spTree>
    <p:extLst>
      <p:ext uri="{BB962C8B-B14F-4D97-AF65-F5344CB8AC3E}">
        <p14:creationId xmlns:p14="http://schemas.microsoft.com/office/powerpoint/2010/main" val="2878831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B4970-9B9C-4DE8-FD24-53677BECF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894B6-B4AF-CAC2-ECD6-B7D36C481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539E4-607F-3CD0-C51C-BE36652CDE0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A0176032-7F62-C907-D434-5600E3E262BE}"/>
              </a:ext>
            </a:extLst>
          </p:cNvPr>
          <p:cNvSpPr>
            <a:spLocks noGrp="1"/>
          </p:cNvSpPr>
          <p:nvPr>
            <p:ph type="sldNum" sz="quarter" idx="5"/>
          </p:nvPr>
        </p:nvSpPr>
        <p:spPr/>
        <p:txBody>
          <a:bodyPr/>
          <a:lstStyle/>
          <a:p>
            <a:fld id="{FB4AAE03-B067-BC4B-B4DC-EFC02FBC7F46}" type="slidenum">
              <a:rPr lang="en-US" smtClean="0"/>
              <a:t>21</a:t>
            </a:fld>
            <a:endParaRPr lang="en-US"/>
          </a:p>
        </p:txBody>
      </p:sp>
    </p:spTree>
    <p:extLst>
      <p:ext uri="{BB962C8B-B14F-4D97-AF65-F5344CB8AC3E}">
        <p14:creationId xmlns:p14="http://schemas.microsoft.com/office/powerpoint/2010/main" val="2050402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D317E-BE4B-7E42-7895-97B9B8035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6B140-5160-45AD-41D6-D0C243A5D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0E5A50-F077-7F40-6AF1-8BB7ED33ED6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DB34F4E-DAC9-DBE0-BFDD-E83C035C2CA2}"/>
              </a:ext>
            </a:extLst>
          </p:cNvPr>
          <p:cNvSpPr>
            <a:spLocks noGrp="1"/>
          </p:cNvSpPr>
          <p:nvPr>
            <p:ph type="sldNum" sz="quarter" idx="5"/>
          </p:nvPr>
        </p:nvSpPr>
        <p:spPr/>
        <p:txBody>
          <a:bodyPr/>
          <a:lstStyle/>
          <a:p>
            <a:fld id="{FB4AAE03-B067-BC4B-B4DC-EFC02FBC7F46}" type="slidenum">
              <a:rPr lang="en-US" smtClean="0"/>
              <a:t>22</a:t>
            </a:fld>
            <a:endParaRPr lang="en-US"/>
          </a:p>
        </p:txBody>
      </p:sp>
    </p:spTree>
    <p:extLst>
      <p:ext uri="{BB962C8B-B14F-4D97-AF65-F5344CB8AC3E}">
        <p14:creationId xmlns:p14="http://schemas.microsoft.com/office/powerpoint/2010/main" val="23906416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8_Title Slide">
    <p:bg>
      <p:bgRef idx="1001">
        <a:schemeClr val="bg2"/>
      </p:bgRef>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9FBF41E9-7CA9-0542-B55C-E9C30355972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8" name="Graphic 4">
            <a:extLst>
              <a:ext uri="{FF2B5EF4-FFF2-40B4-BE49-F238E27FC236}">
                <a16:creationId xmlns:a16="http://schemas.microsoft.com/office/drawing/2014/main" id="{AA988A5D-AEEF-47FD-939E-62D00ADE6B30}"/>
              </a:ext>
            </a:extLst>
          </p:cNvPr>
          <p:cNvGrpSpPr/>
          <p:nvPr userDrawn="1"/>
        </p:nvGrpSpPr>
        <p:grpSpPr>
          <a:xfrm>
            <a:off x="9274008" y="678594"/>
            <a:ext cx="2330418" cy="520011"/>
            <a:chOff x="2497995" y="2687207"/>
            <a:chExt cx="5762625" cy="1285875"/>
          </a:xfrm>
        </p:grpSpPr>
        <p:sp>
          <p:nvSpPr>
            <p:cNvPr id="19" name="Freeform: Shape 18">
              <a:extLst>
                <a:ext uri="{FF2B5EF4-FFF2-40B4-BE49-F238E27FC236}">
                  <a16:creationId xmlns:a16="http://schemas.microsoft.com/office/drawing/2014/main" id="{B367EA97-5AAD-47B2-ACFA-8E1EBAB18CC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1969243-7887-4069-95D3-4D2FFE553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C3BE5979-41F1-4911-A49C-F8551C78140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C9EBBC4-B445-4D01-B2F1-9F0A220E8C8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5397DA1-3136-48D3-9172-3CEBE11F369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85835855"/>
      </p:ext>
    </p:extLst>
  </p:cSld>
  <p:clrMapOvr>
    <a:overrideClrMapping bg1="dk1" tx1="lt1" bg2="dk2" tx2="lt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Title Slide">
    <p:bg>
      <p:bgRef idx="1001">
        <a:schemeClr val="bg2"/>
      </p:bgRef>
    </p:bg>
    <p:spTree>
      <p:nvGrpSpPr>
        <p:cNvPr id="1" name=""/>
        <p:cNvGrpSpPr/>
        <p:nvPr/>
      </p:nvGrpSpPr>
      <p:grpSpPr>
        <a:xfrm>
          <a:off x="0" y="0"/>
          <a:ext cx="0" cy="0"/>
          <a:chOff x="0" y="0"/>
          <a:chExt cx="0" cy="0"/>
        </a:xfrm>
      </p:grpSpPr>
      <p:pic>
        <p:nvPicPr>
          <p:cNvPr id="12" name="Picture 11" descr="Background pattern&#10;&#10;Description automatically generated">
            <a:extLst>
              <a:ext uri="{FF2B5EF4-FFF2-40B4-BE49-F238E27FC236}">
                <a16:creationId xmlns:a16="http://schemas.microsoft.com/office/drawing/2014/main" id="{2BAE7AEC-46C9-F34A-9598-041067CA00A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90551" y="-590554"/>
            <a:ext cx="6857999" cy="8039103"/>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33" name="Graphic 4">
            <a:extLst>
              <a:ext uri="{FF2B5EF4-FFF2-40B4-BE49-F238E27FC236}">
                <a16:creationId xmlns:a16="http://schemas.microsoft.com/office/drawing/2014/main" id="{1D1257AF-406F-4A8F-B355-1AB33C444478}"/>
              </a:ext>
            </a:extLst>
          </p:cNvPr>
          <p:cNvGrpSpPr/>
          <p:nvPr userDrawn="1"/>
        </p:nvGrpSpPr>
        <p:grpSpPr>
          <a:xfrm>
            <a:off x="298311" y="5827455"/>
            <a:ext cx="1375944" cy="307029"/>
            <a:chOff x="2497995" y="2687207"/>
            <a:chExt cx="5762625" cy="1285875"/>
          </a:xfrm>
        </p:grpSpPr>
        <p:sp>
          <p:nvSpPr>
            <p:cNvPr id="34" name="Freeform: Shape 33">
              <a:extLst>
                <a:ext uri="{FF2B5EF4-FFF2-40B4-BE49-F238E27FC236}">
                  <a16:creationId xmlns:a16="http://schemas.microsoft.com/office/drawing/2014/main" id="{37D0A2BB-2381-4FEA-A589-717E622EC38E}"/>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DFC2012-0505-48D0-8B8C-0D87280D267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220C24E-016D-4339-A9CC-34FCD5B7715F}"/>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AACAC2B-7FD8-45EE-8D67-614CE8B44540}"/>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DE62BB4-1EC3-4F10-A069-7EA91B5E6DF5}"/>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128563074"/>
      </p:ext>
    </p:extLst>
  </p:cSld>
  <p:clrMapOvr>
    <a:overrideClrMapping bg1="dk1" tx1="lt1" bg2="dk2" tx2="lt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1054E524-EE96-9C4C-82AE-3054621F61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380999" y="380998"/>
            <a:ext cx="6857999" cy="6096001"/>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25B3A219-0243-EA41-9B7B-EE45C6454C59}"/>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1" name="Graphic 4">
            <a:extLst>
              <a:ext uri="{FF2B5EF4-FFF2-40B4-BE49-F238E27FC236}">
                <a16:creationId xmlns:a16="http://schemas.microsoft.com/office/drawing/2014/main" id="{88D80543-589E-4DCA-9A7E-CDBB3FF1C34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8209807A-7909-4E62-8A13-EB02E8A054D4}"/>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282A09D-0625-4601-95E9-6F31F646A538}"/>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0D4723D-24A8-4D1D-96E8-009C9F4D38B4}"/>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465A122-4DC9-490C-98FF-963CF829ACE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3B073FA-C25E-4927-B37C-36FC923CC4FE}"/>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60841481"/>
      </p:ext>
    </p:extLst>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7FA4913D-94CE-7240-841C-4B4804BDA5F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8" name="Graphic 4">
            <a:extLst>
              <a:ext uri="{FF2B5EF4-FFF2-40B4-BE49-F238E27FC236}">
                <a16:creationId xmlns:a16="http://schemas.microsoft.com/office/drawing/2014/main" id="{C7FF00BF-99DC-4DC4-9BC9-93FBFEEF656A}"/>
              </a:ext>
            </a:extLst>
          </p:cNvPr>
          <p:cNvGrpSpPr/>
          <p:nvPr userDrawn="1"/>
        </p:nvGrpSpPr>
        <p:grpSpPr>
          <a:xfrm>
            <a:off x="9274008" y="678594"/>
            <a:ext cx="2330418" cy="520011"/>
            <a:chOff x="2497995" y="2687207"/>
            <a:chExt cx="5762625" cy="1285875"/>
          </a:xfrm>
        </p:grpSpPr>
        <p:sp>
          <p:nvSpPr>
            <p:cNvPr id="9" name="Freeform: Shape 8">
              <a:extLst>
                <a:ext uri="{FF2B5EF4-FFF2-40B4-BE49-F238E27FC236}">
                  <a16:creationId xmlns:a16="http://schemas.microsoft.com/office/drawing/2014/main" id="{CDA7B5EF-1BD8-4FE6-81FA-A98EA3F9F269}"/>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0A44760-69F4-4834-9C8C-9FE83AB510B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E3C2AB95-77E6-4BE7-B21B-40D83039E71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ACDA203-7C93-4A34-8CB8-F5A9E371408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448B987-2747-4792-B5EE-FB7AA2E86A3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15902735"/>
      </p:ext>
    </p:extLst>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417C77C-8EB0-874B-BF1F-06257C9B26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56593" y="-556592"/>
            <a:ext cx="6857999" cy="7971184"/>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1A4426D6-840F-45B6-8F81-878436BA1AF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68BA5F65-96F7-494C-8A6C-549A172551A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6D8BD1B-582B-49E4-BBD9-03717BC19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31F1F32-3B22-43C2-A3B5-3CDC37DA4D0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4C1654BE-C159-4F69-A811-D377F2C1969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8DF507-D6EB-4DEA-B7AA-3740F4E133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78785937"/>
      </p:ext>
    </p:extLst>
  </p:cSld>
  <p:clrMapOvr>
    <a:overrideClrMapping bg1="dk1" tx1="lt1" bg2="dk2" tx2="lt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Title Slide">
    <p:bg>
      <p:bgRef idx="1001">
        <a:schemeClr val="bg2"/>
      </p:bgRef>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8D18096-9C58-DB48-B976-A06F36A29D2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380998" y="380998"/>
            <a:ext cx="6857999" cy="6096001"/>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11" name="TextBox 10">
            <a:extLst>
              <a:ext uri="{FF2B5EF4-FFF2-40B4-BE49-F238E27FC236}">
                <a16:creationId xmlns:a16="http://schemas.microsoft.com/office/drawing/2014/main" id="{2C743FC9-13BB-D047-855F-87FEBDFC689C}"/>
              </a:ext>
            </a:extLst>
          </p:cNvPr>
          <p:cNvSpPr txBox="1"/>
          <p:nvPr userDrawn="1"/>
        </p:nvSpPr>
        <p:spPr>
          <a:xfrm>
            <a:off x="218662" y="6510129"/>
            <a:ext cx="449557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4" name="Graphic 4">
            <a:extLst>
              <a:ext uri="{FF2B5EF4-FFF2-40B4-BE49-F238E27FC236}">
                <a16:creationId xmlns:a16="http://schemas.microsoft.com/office/drawing/2014/main" id="{9C060139-F205-4452-8C5A-510BDCFBAD76}"/>
              </a:ext>
            </a:extLst>
          </p:cNvPr>
          <p:cNvGrpSpPr/>
          <p:nvPr userDrawn="1"/>
        </p:nvGrpSpPr>
        <p:grpSpPr>
          <a:xfrm>
            <a:off x="298311" y="5827455"/>
            <a:ext cx="1375944" cy="307029"/>
            <a:chOff x="2497995" y="2687207"/>
            <a:chExt cx="5762625" cy="1285875"/>
          </a:xfrm>
        </p:grpSpPr>
        <p:sp>
          <p:nvSpPr>
            <p:cNvPr id="16" name="Freeform: Shape 15">
              <a:extLst>
                <a:ext uri="{FF2B5EF4-FFF2-40B4-BE49-F238E27FC236}">
                  <a16:creationId xmlns:a16="http://schemas.microsoft.com/office/drawing/2014/main" id="{CCE7E097-23FD-4C65-99E5-BEFD57F08A7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009C2C-E4F1-4761-BB49-7E210CF4AC1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F882910-73F3-4DE7-B4D6-53BBA8434F60}"/>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D7EDDEF-DDE4-4AE1-9C47-F171D84F4E6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AF701F7-3CB5-4A04-84C5-20BEF24BC1E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38599684"/>
      </p:ext>
    </p:extLst>
  </p:cSld>
  <p:clrMapOvr>
    <a:overrideClrMapping bg1="dk1" tx1="lt1" bg2="dk2" tx2="lt2" accent1="accent1" accent2="accent2" accent3="accent3" accent4="accent4" accent5="accent5" accent6="accent6" hlink="hlink" folHlink="folHlink"/>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FDC529F5-347D-0C46-B6C0-390ABAD9F4F1}"/>
              </a:ext>
            </a:extLst>
          </p:cNvPr>
          <p:cNvSpPr txBox="1"/>
          <p:nvPr userDrawn="1"/>
        </p:nvSpPr>
        <p:spPr>
          <a:xfrm>
            <a:off x="218661" y="6510130"/>
            <a:ext cx="11675027"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7" name="Graphic 4">
            <a:extLst>
              <a:ext uri="{FF2B5EF4-FFF2-40B4-BE49-F238E27FC236}">
                <a16:creationId xmlns:a16="http://schemas.microsoft.com/office/drawing/2014/main" id="{C0605359-DE4D-40AA-ACC4-F7EAAB94234D}"/>
              </a:ext>
            </a:extLst>
          </p:cNvPr>
          <p:cNvGrpSpPr/>
          <p:nvPr userDrawn="1"/>
        </p:nvGrpSpPr>
        <p:grpSpPr>
          <a:xfrm>
            <a:off x="9274008" y="678594"/>
            <a:ext cx="2330418" cy="520011"/>
            <a:chOff x="2497995" y="2687207"/>
            <a:chExt cx="5762625" cy="1285875"/>
          </a:xfrm>
        </p:grpSpPr>
        <p:sp>
          <p:nvSpPr>
            <p:cNvPr id="10" name="Freeform: Shape 9">
              <a:extLst>
                <a:ext uri="{FF2B5EF4-FFF2-40B4-BE49-F238E27FC236}">
                  <a16:creationId xmlns:a16="http://schemas.microsoft.com/office/drawing/2014/main" id="{2C7817BC-D723-4B87-83E3-01F618438BF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FBEEF9-ED02-4BFB-850F-A7DF7D3F0993}"/>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6723BD-EF3A-4126-BA62-F2E96A477C2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rgbClr val="002060"/>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6BCC60-8527-4707-8B05-9C1771AE65A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rgbClr val="00206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3AC27E1-5AF9-4DF1-9B59-C5B1797B5D1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rgbClr val="002060"/>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8319272"/>
      </p:ext>
    </p:extLst>
  </p:cSld>
  <p:clrMapOvr>
    <a:overrideClrMapping bg1="dk1" tx1="lt1" bg2="dk2" tx2="lt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8" name="TextBox 7">
            <a:extLst>
              <a:ext uri="{FF2B5EF4-FFF2-40B4-BE49-F238E27FC236}">
                <a16:creationId xmlns:a16="http://schemas.microsoft.com/office/drawing/2014/main" id="{201B0BA7-02D4-184F-9122-36E85877924B}"/>
              </a:ext>
            </a:extLst>
          </p:cNvPr>
          <p:cNvSpPr txBox="1"/>
          <p:nvPr userDrawn="1"/>
        </p:nvSpPr>
        <p:spPr>
          <a:xfrm>
            <a:off x="218662" y="6510129"/>
            <a:ext cx="5675106" cy="276999"/>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9" name="Graphic 4">
            <a:extLst>
              <a:ext uri="{FF2B5EF4-FFF2-40B4-BE49-F238E27FC236}">
                <a16:creationId xmlns:a16="http://schemas.microsoft.com/office/drawing/2014/main" id="{D781A195-7994-4D09-936D-F8FAAF565D7E}"/>
              </a:ext>
            </a:extLst>
          </p:cNvPr>
          <p:cNvGrpSpPr/>
          <p:nvPr userDrawn="1"/>
        </p:nvGrpSpPr>
        <p:grpSpPr>
          <a:xfrm>
            <a:off x="298311" y="5827455"/>
            <a:ext cx="1375944" cy="307029"/>
            <a:chOff x="2497995" y="2687207"/>
            <a:chExt cx="5762625" cy="1285875"/>
          </a:xfrm>
        </p:grpSpPr>
        <p:sp>
          <p:nvSpPr>
            <p:cNvPr id="12" name="Freeform: Shape 11">
              <a:extLst>
                <a:ext uri="{FF2B5EF4-FFF2-40B4-BE49-F238E27FC236}">
                  <a16:creationId xmlns:a16="http://schemas.microsoft.com/office/drawing/2014/main" id="{18D796DD-7A83-49B1-94BC-337AACFB134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1A1198B-9088-4D79-8402-E3EA1D03C41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CF8D276-8249-4287-983C-3D0136D63DE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A44B308-1376-41A4-804F-C81057C6CE66}"/>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93D8C2A-7E43-48CA-9421-20427D167EE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2"/>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43078583"/>
      </p:ext>
    </p:extLst>
  </p:cSld>
  <p:clrMapOvr>
    <a:overrideClrMapping bg1="dk1" tx1="lt1" bg2="dk2" tx2="lt2" accent1="accent1" accent2="accent2" accent3="accent3" accent4="accent4" accent5="accent5" accent6="accent6" hlink="hlink" folHlink="folHlink"/>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8" name="TextBox 7">
            <a:extLst>
              <a:ext uri="{FF2B5EF4-FFF2-40B4-BE49-F238E27FC236}">
                <a16:creationId xmlns:a16="http://schemas.microsoft.com/office/drawing/2014/main" id="{35935E3B-B8A1-7849-911E-014BE2C9DF25}"/>
              </a:ext>
            </a:extLst>
          </p:cNvPr>
          <p:cNvSpPr txBox="1"/>
          <p:nvPr userDrawn="1"/>
        </p:nvSpPr>
        <p:spPr>
          <a:xfrm>
            <a:off x="218662" y="6510129"/>
            <a:ext cx="7645178"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1" name="Graphic 4">
            <a:extLst>
              <a:ext uri="{FF2B5EF4-FFF2-40B4-BE49-F238E27FC236}">
                <a16:creationId xmlns:a16="http://schemas.microsoft.com/office/drawing/2014/main" id="{1933F728-2694-4C8D-8A4A-20A42F02F634}"/>
              </a:ext>
            </a:extLst>
          </p:cNvPr>
          <p:cNvGrpSpPr/>
          <p:nvPr userDrawn="1"/>
        </p:nvGrpSpPr>
        <p:grpSpPr>
          <a:xfrm>
            <a:off x="298311" y="5827455"/>
            <a:ext cx="1375944" cy="307029"/>
            <a:chOff x="2497995" y="2687207"/>
            <a:chExt cx="5762625" cy="1285875"/>
          </a:xfrm>
        </p:grpSpPr>
        <p:sp>
          <p:nvSpPr>
            <p:cNvPr id="13" name="Freeform: Shape 12">
              <a:extLst>
                <a:ext uri="{FF2B5EF4-FFF2-40B4-BE49-F238E27FC236}">
                  <a16:creationId xmlns:a16="http://schemas.microsoft.com/office/drawing/2014/main" id="{43BDC86F-18E3-4EA9-9BE4-6371B199D422}"/>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9F12E5F-FC5E-4B7B-BAB6-B1CEF3F5A08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AA20F8B-C3C9-4D4A-B994-F1D7CB9D7D62}"/>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45968A8-5C86-4EC0-81E8-EA3966571BD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487694-0371-4FDB-9884-8F9A5D0F7BB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2"/>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60832970"/>
      </p:ext>
    </p:extLst>
  </p:cSld>
  <p:clrMapOvr>
    <a:overrideClrMapping bg1="dk1" tx1="lt1" bg2="dk2" tx2="lt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divider_2">
    <p:bg>
      <p:bgPr>
        <a:solidFill>
          <a:schemeClr val="accent4"/>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9731A44F-9F1C-9D40-979B-56C70EC36DFA}"/>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A31AF56-2745-F94D-9917-4C5E1A219220}"/>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7A305B2-072C-704B-87AC-ED59EA2562EF}"/>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62B17A8-0202-B44A-BCE9-2CA0E45820C7}"/>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9F4541D4-C9E1-4568-8BAA-B5E2AAEB4C5F}"/>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4618086-6C9F-47D8-B5BD-126E0F97AE1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3E4496B-9BAF-44ED-90FF-E40ABD0F75C9}"/>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9518FAC-3E47-4236-BD04-003DCD5A0C5B}"/>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9CE5685-5F98-49D1-9E27-CD8AC8CBBDC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39BBF6C-FBC2-4A80-98D1-201544444D5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94869258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1164910"/>
            <a:ext cx="5398584" cy="783153"/>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Agenda</a:t>
            </a:r>
          </a:p>
        </p:txBody>
      </p:sp>
      <p:sp>
        <p:nvSpPr>
          <p:cNvPr id="14" name="Text Placeholder 13">
            <a:extLst>
              <a:ext uri="{FF2B5EF4-FFF2-40B4-BE49-F238E27FC236}">
                <a16:creationId xmlns:a16="http://schemas.microsoft.com/office/drawing/2014/main" id="{B602C975-82B9-F34D-9159-B811AB56E37E}"/>
              </a:ext>
            </a:extLst>
          </p:cNvPr>
          <p:cNvSpPr>
            <a:spLocks noGrp="1"/>
          </p:cNvSpPr>
          <p:nvPr>
            <p:ph type="body" sz="quarter" idx="11" hasCustomPrompt="1"/>
          </p:nvPr>
        </p:nvSpPr>
        <p:spPr>
          <a:xfrm>
            <a:off x="6210804" y="1165226"/>
            <a:ext cx="5398584" cy="4731992"/>
          </a:xfrm>
          <a:prstGeom prst="rect">
            <a:avLst/>
          </a:prstGeom>
        </p:spPr>
        <p:txBody>
          <a:bodyPr/>
          <a:lstStyle>
            <a:lvl1pPr marL="514350" indent="-514350">
              <a:buFont typeface="+mj-lt"/>
              <a:buAutoNum type="arabicPeriod"/>
              <a:defRPr sz="2000">
                <a:solidFill>
                  <a:schemeClr val="accent1"/>
                </a:solidFill>
                <a:latin typeface="Ubuntu" panose="020B0504030602030204" pitchFamily="34" charset="0"/>
              </a:defRPr>
            </a:lvl1pPr>
            <a:lvl2pPr marL="914400" indent="-457200">
              <a:buFont typeface="+mj-lt"/>
              <a:buAutoNum type="arabicPeriod"/>
              <a:defRPr>
                <a:latin typeface="Ubuntu" panose="020B0504030602030204" pitchFamily="34" charset="0"/>
              </a:defRPr>
            </a:lvl2pPr>
            <a:lvl3pPr marL="1371600" indent="-457200">
              <a:buFont typeface="+mj-lt"/>
              <a:buAutoNum type="arabicPeriod"/>
              <a:defRPr>
                <a:latin typeface="Ubuntu" panose="020B0504030602030204" pitchFamily="34" charset="0"/>
              </a:defRPr>
            </a:lvl3pPr>
            <a:lvl4pPr marL="1714500" indent="-342900">
              <a:buFont typeface="+mj-lt"/>
              <a:buAutoNum type="arabicPeriod"/>
              <a:defRPr>
                <a:latin typeface="Ubuntu" panose="020B0504030602030204" pitchFamily="34" charset="0"/>
              </a:defRPr>
            </a:lvl4pPr>
            <a:lvl5pPr marL="2171700" indent="-342900">
              <a:buFont typeface="+mj-lt"/>
              <a:buAutoNum type="arabicPeriod"/>
              <a:defRPr>
                <a:latin typeface="Ubuntu" panose="020B0504030602030204" pitchFamily="34" charset="0"/>
              </a:defRPr>
            </a:lvl5pPr>
          </a:lstStyle>
          <a:p>
            <a:r>
              <a:rPr lang="en-SG" err="1"/>
              <a:t>Sed accumsan quam vitae ligula tincidunt tristique.</a:t>
            </a:r>
          </a:p>
          <a:p>
            <a:r>
              <a:rPr lang="en-SG"/>
              <a:t>Nam ac eros ac purus sagittis viverra.</a:t>
            </a:r>
          </a:p>
          <a:p>
            <a:r>
              <a:rPr lang="en-SG"/>
              <a:t>Maecenas rhoncus nibh eu ligula sagittis, sed efficitur risus semper.</a:t>
            </a:r>
          </a:p>
          <a:p>
            <a:r>
              <a:rPr lang="en-SG"/>
              <a:t>Aenean interdum nibh et ex mattis blandit.</a:t>
            </a:r>
          </a:p>
          <a:p>
            <a:r>
              <a:rPr lang="en-SG" err="1"/>
              <a:t>Sed sit amet nunc sed enim lobortis fringilla.</a:t>
            </a:r>
          </a:p>
        </p:txBody>
      </p:sp>
      <p:sp>
        <p:nvSpPr>
          <p:cNvPr id="18" name="Google Shape;64;p14">
            <a:extLst>
              <a:ext uri="{FF2B5EF4-FFF2-40B4-BE49-F238E27FC236}">
                <a16:creationId xmlns:a16="http://schemas.microsoft.com/office/drawing/2014/main" id="{7CC5842D-1B5F-1745-BA09-C2C137646425}"/>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9" name="Google Shape;65;p14">
            <a:extLst>
              <a:ext uri="{FF2B5EF4-FFF2-40B4-BE49-F238E27FC236}">
                <a16:creationId xmlns:a16="http://schemas.microsoft.com/office/drawing/2014/main" id="{7BA17C6F-E79C-404A-A3BC-1FA9D44ED745}"/>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0" name="TextBox 19">
            <a:extLst>
              <a:ext uri="{FF2B5EF4-FFF2-40B4-BE49-F238E27FC236}">
                <a16:creationId xmlns:a16="http://schemas.microsoft.com/office/drawing/2014/main" id="{360E05A3-2EDA-7E4A-B617-2E84CDBDC991}"/>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1"/>
                </a:solidFill>
                <a:latin typeface="Ubuntu" panose="020B0504030602030204" pitchFamily="34" charset="0"/>
              </a:rPr>
              <a:pPr algn="r"/>
              <a:t>‹#›</a:t>
            </a:fld>
            <a:endParaRPr lang="en-US" sz="600">
              <a:solidFill>
                <a:schemeClr val="tx1"/>
              </a:solidFill>
              <a:latin typeface="Ubuntu" panose="020B0504030602030204" pitchFamily="34" charset="0"/>
            </a:endParaRPr>
          </a:p>
        </p:txBody>
      </p:sp>
      <p:cxnSp>
        <p:nvCxnSpPr>
          <p:cNvPr id="23" name="Straight Connector 22">
            <a:extLst>
              <a:ext uri="{FF2B5EF4-FFF2-40B4-BE49-F238E27FC236}">
                <a16:creationId xmlns:a16="http://schemas.microsoft.com/office/drawing/2014/main" id="{C479E925-2F4D-8D49-B361-CE649FC723B8}"/>
              </a:ext>
            </a:extLst>
          </p:cNvPr>
          <p:cNvCxnSpPr/>
          <p:nvPr userDrawn="1"/>
        </p:nvCxnSpPr>
        <p:spPr>
          <a:xfrm flipH="1">
            <a:off x="1076460" y="6461919"/>
            <a:ext cx="0" cy="24710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aphic 4">
            <a:extLst>
              <a:ext uri="{FF2B5EF4-FFF2-40B4-BE49-F238E27FC236}">
                <a16:creationId xmlns:a16="http://schemas.microsoft.com/office/drawing/2014/main" id="{290072D3-41B4-47A9-B51A-5400D022F8F0}"/>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9B3FD924-6CC2-4B5C-8CC5-9BC873824A8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07E353A-21D1-43E3-92A1-10EAEDD9731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CAE1B86-D3CA-4345-9F1E-A7EBD22D6F56}"/>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AF522DF-F0DE-4196-ABD9-DAC7B08FDABC}"/>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6BAA31-2EA4-48B0-8A99-18DB8C97912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928761803"/>
      </p:ext>
    </p:extLst>
  </p:cSld>
  <p:clrMapOvr>
    <a:overrideClrMapping bg1="dk1" tx1="lt1" bg2="dk2" tx2="lt2" accent1="accent1" accent2="accent2" accent3="accent3" accent4="accent4" accent5="accent5" accent6="accent6" hlink="hlink" folHlink="folHlink"/>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FDB5EAC4-F3C3-7543-82F1-FF356039CF62}"/>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2E0462F4-6B7A-E746-B632-282B9F95343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4D12A909-0C03-ED41-9457-950D54BBFFA1}"/>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3D41492D-AC8E-1849-8763-0C32EFE32BDE}"/>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A16BE1E2-3FC2-4A5D-AB73-CF12163B4712}"/>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286D1707-0885-4ABA-AD39-AE792CAF1157}"/>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987C44F-6B75-41FA-9424-1E391EC27FBF}"/>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8434ED5-8125-4A19-826D-DA43C20516ED}"/>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2B1BFB9-0157-43B2-9FB8-F58C862F40D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5ADA3F-E976-4AFB-8167-FD654C40A34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9430825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divider_3">
    <p:bg>
      <p:bgPr>
        <a:solidFill>
          <a:schemeClr val="accent2"/>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60" y="6395991"/>
            <a:ext cx="4216500" cy="3936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lang="en-SG" sz="600" kern="1200">
              <a:solidFill>
                <a:schemeClr val="bg1"/>
              </a:solidFill>
              <a:effectLst/>
              <a:latin typeface="Ubuntu" panose="020B0504030602030204" pitchFamily="34" charset="0"/>
              <a:ea typeface="+mn-ea"/>
              <a:cs typeface="+mn-cs"/>
            </a:endParaRP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tx2"/>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4715C81-3C41-D54C-AE7B-612698F325E5}"/>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1" name="Graphic 4">
            <a:extLst>
              <a:ext uri="{FF2B5EF4-FFF2-40B4-BE49-F238E27FC236}">
                <a16:creationId xmlns:a16="http://schemas.microsoft.com/office/drawing/2014/main" id="{A7C4CA96-37FB-4C5D-B156-54E3E44595B9}"/>
              </a:ext>
            </a:extLst>
          </p:cNvPr>
          <p:cNvGrpSpPr/>
          <p:nvPr userDrawn="1"/>
        </p:nvGrpSpPr>
        <p:grpSpPr>
          <a:xfrm>
            <a:off x="270243" y="6517798"/>
            <a:ext cx="724037" cy="161562"/>
            <a:chOff x="2497995" y="2687207"/>
            <a:chExt cx="5762625" cy="1285875"/>
          </a:xfrm>
        </p:grpSpPr>
        <p:sp>
          <p:nvSpPr>
            <p:cNvPr id="22" name="Freeform: Shape 21">
              <a:extLst>
                <a:ext uri="{FF2B5EF4-FFF2-40B4-BE49-F238E27FC236}">
                  <a16:creationId xmlns:a16="http://schemas.microsoft.com/office/drawing/2014/main" id="{26951F4D-E50A-4838-B007-E53EE5DB4FB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E773A21-7951-4F51-B7D8-D72D355CCF4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843CD98-00B0-4F4F-874F-77E6203F60BD}"/>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C2623F-434A-4DB2-8580-EEBD73F444B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A406679-A5D9-49BA-964A-F139524E1C2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79557876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4"/>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9731A44F-9F1C-9D40-979B-56C70EC36DFA}"/>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A31AF56-2745-F94D-9917-4C5E1A219220}"/>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7A305B2-072C-704B-87AC-ED59EA2562EF}"/>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62B17A8-0202-B44A-BCE9-2CA0E45820C7}"/>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9F4541D4-C9E1-4568-8BAA-B5E2AAEB4C5F}"/>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4618086-6C9F-47D8-B5BD-126E0F97AE1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3E4496B-9BAF-44ED-90FF-E40ABD0F75C9}"/>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9518FAC-3E47-4236-BD04-003DCD5A0C5B}"/>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9CE5685-5F98-49D1-9E27-CD8AC8CBBDC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39BBF6C-FBC2-4A80-98D1-201544444D5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3281093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5"/>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tx2"/>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7DE89196-85ED-A843-BD5C-973DBCB51D38}"/>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AB9EBA46-D479-4CCE-B014-52F51C20E895}"/>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9B84618-8FC9-4DFE-8FBF-8FE4316C37DE}"/>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893ECA7-4D1C-4F8B-9141-EF87BB6CE23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CA42702-9EE5-4F6D-ADD7-24CE4E15C4B6}"/>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3CB3162-FD50-4A6A-A3D0-3D81A4BFB257}"/>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7078597-1B13-4BB5-B07B-64EF0FB5C75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7279234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3">
    <p:bg>
      <p:bgPr>
        <a:solidFill>
          <a:schemeClr val="accent3"/>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59" y="6395991"/>
            <a:ext cx="1037385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89E0AE5D-D3B2-46EF-8C6F-AE1AE225BF74}"/>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A7A2C464-9237-4A7A-BB11-7E699826E353}"/>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BB4FCB1-FC72-439B-907F-F53F2C090FC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97B2CE9-AE45-47F3-BF37-B9BFBCAC91B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39C336D-D3B7-4068-85A3-4AD916804EF5}"/>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938C117-B27B-46A6-AAA5-72B62AD39B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32549480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divider_3">
    <p:bg>
      <p:bgPr>
        <a:solidFill>
          <a:schemeClr val="accent6"/>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59" y="6395991"/>
            <a:ext cx="1037385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9F57998B-72D7-400D-990C-B75A9323273F}"/>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9AC61291-80FA-4743-81C3-A9AEB174EC89}"/>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2779C99-BBF8-4337-A1C4-061B3C7FC5A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6169C8E-4534-44FE-8CBE-F1BBD84730D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7333C0-6859-4526-8277-6C18F1D2B15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47186D9-6B04-4C52-B4C4-272AAD61627E}"/>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57141554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divider_3">
    <p:bg>
      <p:bgPr>
        <a:solidFill>
          <a:schemeClr val="accent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6" name="Picture Placeholder 5">
            <a:extLst>
              <a:ext uri="{FF2B5EF4-FFF2-40B4-BE49-F238E27FC236}">
                <a16:creationId xmlns:a16="http://schemas.microsoft.com/office/drawing/2014/main" id="{B38B1D69-A1DE-3540-866D-59CE5DBD495B}"/>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3" name="Google Shape;64;p14">
            <a:extLst>
              <a:ext uri="{FF2B5EF4-FFF2-40B4-BE49-F238E27FC236}">
                <a16:creationId xmlns:a16="http://schemas.microsoft.com/office/drawing/2014/main" id="{1C9779EF-9B8E-E14A-A0FC-86E78BECE9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4" name="Google Shape;65;p14">
            <a:extLst>
              <a:ext uri="{FF2B5EF4-FFF2-40B4-BE49-F238E27FC236}">
                <a16:creationId xmlns:a16="http://schemas.microsoft.com/office/drawing/2014/main" id="{80DFFFFB-E963-074D-A4D4-318C94F5DE68}"/>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0C6596FD-BF5A-DA46-9DB8-8330896AB650}"/>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Graphic 4">
            <a:extLst>
              <a:ext uri="{FF2B5EF4-FFF2-40B4-BE49-F238E27FC236}">
                <a16:creationId xmlns:a16="http://schemas.microsoft.com/office/drawing/2014/main" id="{BF9997A0-6952-4384-95AB-6466C0BBE4E4}"/>
              </a:ext>
            </a:extLst>
          </p:cNvPr>
          <p:cNvGrpSpPr/>
          <p:nvPr userDrawn="1"/>
        </p:nvGrpSpPr>
        <p:grpSpPr>
          <a:xfrm>
            <a:off x="270243" y="6517798"/>
            <a:ext cx="724037" cy="161562"/>
            <a:chOff x="2497995" y="2687207"/>
            <a:chExt cx="5762625" cy="1285875"/>
          </a:xfrm>
          <a:solidFill>
            <a:schemeClr val="bg1"/>
          </a:solidFill>
        </p:grpSpPr>
        <p:sp>
          <p:nvSpPr>
            <p:cNvPr id="10" name="Freeform: Shape 9">
              <a:extLst>
                <a:ext uri="{FF2B5EF4-FFF2-40B4-BE49-F238E27FC236}">
                  <a16:creationId xmlns:a16="http://schemas.microsoft.com/office/drawing/2014/main" id="{D4F6A8FC-16C8-4AD8-ADD7-523462F568C2}"/>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8849092-6632-44B6-925D-7A97C422D1F1}"/>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685B86C-CCA5-499F-859A-46F662A7EF64}"/>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420CB65-881D-41F8-8258-71A3B4F86A5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E83BC1B-DADB-4871-9458-B076F6B1F3F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03724131"/>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divider_3">
    <p:bg>
      <p:bgPr>
        <a:solidFill>
          <a:schemeClr val="accent3"/>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6" name="Picture Placeholder 5">
            <a:extLst>
              <a:ext uri="{FF2B5EF4-FFF2-40B4-BE49-F238E27FC236}">
                <a16:creationId xmlns:a16="http://schemas.microsoft.com/office/drawing/2014/main" id="{B38B1D69-A1DE-3540-866D-59CE5DBD495B}"/>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3" name="Google Shape;64;p14">
            <a:extLst>
              <a:ext uri="{FF2B5EF4-FFF2-40B4-BE49-F238E27FC236}">
                <a16:creationId xmlns:a16="http://schemas.microsoft.com/office/drawing/2014/main" id="{1C9779EF-9B8E-E14A-A0FC-86E78BECE9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4" name="Google Shape;65;p14">
            <a:extLst>
              <a:ext uri="{FF2B5EF4-FFF2-40B4-BE49-F238E27FC236}">
                <a16:creationId xmlns:a16="http://schemas.microsoft.com/office/drawing/2014/main" id="{80DFFFFB-E963-074D-A4D4-318C94F5DE68}"/>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0C6596FD-BF5A-DA46-9DB8-8330896AB650}"/>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Graphic 4">
            <a:extLst>
              <a:ext uri="{FF2B5EF4-FFF2-40B4-BE49-F238E27FC236}">
                <a16:creationId xmlns:a16="http://schemas.microsoft.com/office/drawing/2014/main" id="{79BA7D10-4757-436A-8C09-E133A7F111F1}"/>
              </a:ext>
            </a:extLst>
          </p:cNvPr>
          <p:cNvGrpSpPr/>
          <p:nvPr userDrawn="1"/>
        </p:nvGrpSpPr>
        <p:grpSpPr>
          <a:xfrm>
            <a:off x="270243" y="6517798"/>
            <a:ext cx="724037" cy="161562"/>
            <a:chOff x="2497995" y="2687207"/>
            <a:chExt cx="5762625" cy="1285875"/>
          </a:xfrm>
          <a:solidFill>
            <a:schemeClr val="bg1"/>
          </a:solidFill>
        </p:grpSpPr>
        <p:sp>
          <p:nvSpPr>
            <p:cNvPr id="20" name="Freeform: Shape 19">
              <a:extLst>
                <a:ext uri="{FF2B5EF4-FFF2-40B4-BE49-F238E27FC236}">
                  <a16:creationId xmlns:a16="http://schemas.microsoft.com/office/drawing/2014/main" id="{F591BFF9-D792-4AF8-ACB1-FCC09C632E9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98C6562-5A22-4381-814B-6CCB5F61EE9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7F5E4DE-2E65-49C8-8B19-05A759D930F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7C5D5D8-CAE2-4A5B-B049-E4CEE0DB959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783763D-FDB5-476F-9DA5-C6226F6DEA0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25122721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divider_3">
    <p:bg>
      <p:bgPr>
        <a:solidFill>
          <a:schemeClr val="accent2"/>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B6693618-A44F-E347-9857-26B9F756C893}"/>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AE8EB370-14C3-374A-8B05-C964404D9BD6}"/>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4" name="Google Shape;64;p14">
            <a:extLst>
              <a:ext uri="{FF2B5EF4-FFF2-40B4-BE49-F238E27FC236}">
                <a16:creationId xmlns:a16="http://schemas.microsoft.com/office/drawing/2014/main" id="{CF948EC8-A6F9-4444-8721-6E0549A693F1}"/>
              </a:ext>
            </a:extLst>
          </p:cNvPr>
          <p:cNvSpPr txBox="1"/>
          <p:nvPr userDrawn="1"/>
        </p:nvSpPr>
        <p:spPr>
          <a:xfrm>
            <a:off x="1076459" y="6395991"/>
            <a:ext cx="448986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6" name="Google Shape;65;p14">
            <a:extLst>
              <a:ext uri="{FF2B5EF4-FFF2-40B4-BE49-F238E27FC236}">
                <a16:creationId xmlns:a16="http://schemas.microsoft.com/office/drawing/2014/main" id="{18124C8F-E9AC-F84F-97C8-3CCCA089E45F}"/>
              </a:ext>
            </a:extLst>
          </p:cNvPr>
          <p:cNvCxnSpPr/>
          <p:nvPr userDrawn="1"/>
        </p:nvCxnSpPr>
        <p:spPr>
          <a:xfrm>
            <a:off x="298311" y="6407566"/>
            <a:ext cx="5685800" cy="0"/>
          </a:xfrm>
          <a:prstGeom prst="straightConnector1">
            <a:avLst/>
          </a:prstGeom>
          <a:noFill/>
          <a:ln w="9525" cap="flat" cmpd="sng">
            <a:solidFill>
              <a:schemeClr val="tx2"/>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523BC8AD-4651-2149-A9F5-3541B2E9BB75}"/>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6367DE86-1680-420F-AB6E-99AC884D3490}"/>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0E9B03DF-CA6F-4225-8116-75FE0F264C0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194FAAF-DE26-48C0-8522-BB735A69803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817D64-9690-4D47-993D-A5CFF9897265}"/>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04BB4D5-7EA7-4A84-BC80-7290CF76F89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3D4E17C-1A2C-461D-95B7-24C116877501}"/>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31830254"/>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vider_2">
    <p:bg>
      <p:bgPr>
        <a:solidFill>
          <a:schemeClr val="accent4"/>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44708338-9194-DE4E-9A93-BFE454D9EA90}"/>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C717EBA5-697C-3244-AED7-DA57BFD0622F}"/>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6" name="Google Shape;64;p14">
            <a:extLst>
              <a:ext uri="{FF2B5EF4-FFF2-40B4-BE49-F238E27FC236}">
                <a16:creationId xmlns:a16="http://schemas.microsoft.com/office/drawing/2014/main" id="{1FC22C5B-10E3-F443-9014-9A1997A188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7" name="Google Shape;65;p14">
            <a:extLst>
              <a:ext uri="{FF2B5EF4-FFF2-40B4-BE49-F238E27FC236}">
                <a16:creationId xmlns:a16="http://schemas.microsoft.com/office/drawing/2014/main" id="{B14104A6-8FE6-8D47-8E18-30850C97CCD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9" name="Straight Connector 18">
            <a:extLst>
              <a:ext uri="{FF2B5EF4-FFF2-40B4-BE49-F238E27FC236}">
                <a16:creationId xmlns:a16="http://schemas.microsoft.com/office/drawing/2014/main" id="{3048A61A-2F09-9547-B0C9-4841681C317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96BD9331-23E0-4ADE-898A-8BBB24F52899}"/>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EB552690-BC70-4488-8AE6-C31EF6B2EEBD}"/>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539346E-A419-4B95-AAA2-9D6AC6A0E3A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AACADE8-EA17-449C-B024-AF5986525BA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EE11BA0-E08E-4AF4-AECB-EC4CC91C8CC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9E95673-1AE9-4B5A-8478-A179CC7610B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8828675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divider_3">
    <p:bg>
      <p:bgPr>
        <a:solidFill>
          <a:schemeClr val="accent5"/>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13C133EF-2FC5-AB48-887B-95D54302CEBC}"/>
              </a:ext>
            </a:extLst>
          </p:cNvPr>
          <p:cNvSpPr>
            <a:spLocks noGrp="1"/>
          </p:cNvSpPr>
          <p:nvPr>
            <p:ph type="body" sz="quarter" idx="10" hasCustomPrompt="1"/>
          </p:nvPr>
        </p:nvSpPr>
        <p:spPr>
          <a:xfrm>
            <a:off x="591399" y="572679"/>
            <a:ext cx="4489887" cy="2010266"/>
          </a:xfrm>
          <a:prstGeom prst="rect">
            <a:avLst/>
          </a:prstGeom>
          <a:ln>
            <a:noFill/>
          </a:ln>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AD27BAE1-B3AD-324F-B750-59315F7EF4CA}"/>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4" name="Google Shape;64;p14">
            <a:extLst>
              <a:ext uri="{FF2B5EF4-FFF2-40B4-BE49-F238E27FC236}">
                <a16:creationId xmlns:a16="http://schemas.microsoft.com/office/drawing/2014/main" id="{BC7E5689-F233-7B49-A402-9C3573AC4B08}"/>
              </a:ext>
            </a:extLst>
          </p:cNvPr>
          <p:cNvSpPr txBox="1"/>
          <p:nvPr userDrawn="1"/>
        </p:nvSpPr>
        <p:spPr>
          <a:xfrm>
            <a:off x="1076459" y="6395991"/>
            <a:ext cx="448987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6" name="Google Shape;65;p14">
            <a:extLst>
              <a:ext uri="{FF2B5EF4-FFF2-40B4-BE49-F238E27FC236}">
                <a16:creationId xmlns:a16="http://schemas.microsoft.com/office/drawing/2014/main" id="{9CE101FC-B5BA-EF44-9E84-BE1459CD348B}"/>
              </a:ext>
            </a:extLst>
          </p:cNvPr>
          <p:cNvCxnSpPr/>
          <p:nvPr userDrawn="1"/>
        </p:nvCxnSpPr>
        <p:spPr>
          <a:xfrm>
            <a:off x="298311" y="6407566"/>
            <a:ext cx="5685800" cy="0"/>
          </a:xfrm>
          <a:prstGeom prst="straightConnector1">
            <a:avLst/>
          </a:prstGeom>
          <a:noFill/>
          <a:ln w="9525" cap="flat" cmpd="sng">
            <a:solidFill>
              <a:schemeClr val="tx2"/>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707A4633-8B73-BE44-9B9D-420F3BE1856F}"/>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079E23C5-9E18-40A5-BF77-ADEB6EF7835B}"/>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2A6EFC21-7F1F-4233-B1C7-616DEC8DF79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91E9752-3077-4D2A-91E4-B59BB60E5DB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DCB9ACF-4B2C-410C-9E8C-4FBA15A5233A}"/>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02EC6DB-C2AA-49C2-B20E-E1DDE30F509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E0CB2B8-44B7-46CD-82E0-73D49761657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4688688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divider_2">
    <p:bg>
      <p:bgPr>
        <a:solidFill>
          <a:schemeClr val="accent6"/>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44708338-9194-DE4E-9A93-BFE454D9EA90}"/>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C717EBA5-697C-3244-AED7-DA57BFD0622F}"/>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6" name="Google Shape;64;p14">
            <a:extLst>
              <a:ext uri="{FF2B5EF4-FFF2-40B4-BE49-F238E27FC236}">
                <a16:creationId xmlns:a16="http://schemas.microsoft.com/office/drawing/2014/main" id="{1FC22C5B-10E3-F443-9014-9A1997A188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7" name="Google Shape;65;p14">
            <a:extLst>
              <a:ext uri="{FF2B5EF4-FFF2-40B4-BE49-F238E27FC236}">
                <a16:creationId xmlns:a16="http://schemas.microsoft.com/office/drawing/2014/main" id="{B14104A6-8FE6-8D47-8E18-30850C97CCD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9" name="Straight Connector 18">
            <a:extLst>
              <a:ext uri="{FF2B5EF4-FFF2-40B4-BE49-F238E27FC236}">
                <a16:creationId xmlns:a16="http://schemas.microsoft.com/office/drawing/2014/main" id="{3048A61A-2F09-9547-B0C9-4841681C317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aphic 4">
            <a:extLst>
              <a:ext uri="{FF2B5EF4-FFF2-40B4-BE49-F238E27FC236}">
                <a16:creationId xmlns:a16="http://schemas.microsoft.com/office/drawing/2014/main" id="{2FDF0A0E-F0DA-4964-B2DC-B8A44E9BC711}"/>
              </a:ext>
            </a:extLst>
          </p:cNvPr>
          <p:cNvGrpSpPr/>
          <p:nvPr userDrawn="1"/>
        </p:nvGrpSpPr>
        <p:grpSpPr>
          <a:xfrm>
            <a:off x="270243" y="6517798"/>
            <a:ext cx="724037" cy="161562"/>
            <a:chOff x="2497995" y="2687207"/>
            <a:chExt cx="5762625" cy="1285875"/>
          </a:xfrm>
          <a:solidFill>
            <a:schemeClr val="bg1"/>
          </a:solidFill>
        </p:grpSpPr>
        <p:sp>
          <p:nvSpPr>
            <p:cNvPr id="11" name="Freeform: Shape 10">
              <a:extLst>
                <a:ext uri="{FF2B5EF4-FFF2-40B4-BE49-F238E27FC236}">
                  <a16:creationId xmlns:a16="http://schemas.microsoft.com/office/drawing/2014/main" id="{815EF71F-C53E-4A1D-9AE4-948A0734CF95}"/>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3654541-9AF9-47A5-9491-6C479A6621E5}"/>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FD83FFE-E9B7-47F0-B632-8573ED5BA82A}"/>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32095E7-34E3-4323-A97C-2E45C0B249C4}"/>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0A9193D-E791-40DD-A0CB-241069DC833A}"/>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63909553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417C77C-8EB0-874B-BF1F-06257C9B26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56593" y="-556592"/>
            <a:ext cx="6857999" cy="7971184"/>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1A4426D6-840F-45B6-8F81-878436BA1AF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68BA5F65-96F7-494C-8A6C-549A172551A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6D8BD1B-582B-49E4-BBD9-03717BC19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31F1F32-3B22-43C2-A3B5-3CDC37DA4D0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4C1654BE-C159-4F69-A811-D377F2C1969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8DF507-D6EB-4DEA-B7AA-3740F4E133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78690390"/>
      </p:ext>
    </p:extLst>
  </p:cSld>
  <p:clrMapOvr>
    <a:overrideClrMapping bg1="dk1" tx1="lt1" bg2="dk2" tx2="lt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Slid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FDC529F5-347D-0C46-B6C0-390ABAD9F4F1}"/>
              </a:ext>
            </a:extLst>
          </p:cNvPr>
          <p:cNvSpPr txBox="1"/>
          <p:nvPr userDrawn="1"/>
        </p:nvSpPr>
        <p:spPr>
          <a:xfrm>
            <a:off x="218661" y="6510130"/>
            <a:ext cx="11675027"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7" name="Graphic 4">
            <a:extLst>
              <a:ext uri="{FF2B5EF4-FFF2-40B4-BE49-F238E27FC236}">
                <a16:creationId xmlns:a16="http://schemas.microsoft.com/office/drawing/2014/main" id="{C0605359-DE4D-40AA-ACC4-F7EAAB94234D}"/>
              </a:ext>
            </a:extLst>
          </p:cNvPr>
          <p:cNvGrpSpPr/>
          <p:nvPr userDrawn="1"/>
        </p:nvGrpSpPr>
        <p:grpSpPr>
          <a:xfrm>
            <a:off x="9274008" y="678594"/>
            <a:ext cx="2330418" cy="520011"/>
            <a:chOff x="2497995" y="2687207"/>
            <a:chExt cx="5762625" cy="1285875"/>
          </a:xfrm>
        </p:grpSpPr>
        <p:sp>
          <p:nvSpPr>
            <p:cNvPr id="10" name="Freeform: Shape 9">
              <a:extLst>
                <a:ext uri="{FF2B5EF4-FFF2-40B4-BE49-F238E27FC236}">
                  <a16:creationId xmlns:a16="http://schemas.microsoft.com/office/drawing/2014/main" id="{2C7817BC-D723-4B87-83E3-01F618438BF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FBEEF9-ED02-4BFB-850F-A7DF7D3F0993}"/>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6723BD-EF3A-4126-BA62-F2E96A477C2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rgbClr val="002060"/>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6BCC60-8527-4707-8B05-9C1771AE65A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rgbClr val="00206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3AC27E1-5AF9-4DF1-9B59-C5B1797B5D1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rgbClr val="002060"/>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599936284"/>
      </p:ext>
    </p:extLst>
  </p:cSld>
  <p:clrMapOvr>
    <a:overrideClrMapping bg1="dk1" tx1="lt1" bg2="dk2" tx2="lt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a:ln>
            <a:noFill/>
          </a:ln>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10996612" cy="2408238"/>
          </a:xfrm>
          <a:prstGeom prst="rect">
            <a:avLst/>
          </a:prstGeom>
        </p:spPr>
        <p:txBody>
          <a:bodyPr/>
          <a:lstStyle>
            <a:lvl1pPr marL="0" indent="0">
              <a:lnSpc>
                <a:spcPct val="110000"/>
              </a:lnSpc>
              <a:spcBef>
                <a:spcPts val="2200"/>
              </a:spcBef>
              <a:buNone/>
              <a:defRPr sz="1400">
                <a:ln>
                  <a:noFill/>
                </a:ln>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cxnSp>
        <p:nvCxnSpPr>
          <p:cNvPr id="11" name="Google Shape;65;p14">
            <a:extLst>
              <a:ext uri="{FF2B5EF4-FFF2-40B4-BE49-F238E27FC236}">
                <a16:creationId xmlns:a16="http://schemas.microsoft.com/office/drawing/2014/main" id="{0157DF83-8354-4244-8509-FACD614C733F}"/>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BBC9DDF1-A3B8-D94C-9888-F13FE611938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7A57F77E-90DD-7244-A396-F02B11EFAA47}"/>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B5975F8B-35DA-1D40-A8CD-8FCD704A74A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8FBE45C6-297A-4C4F-A7CC-94C46292EE48}"/>
              </a:ext>
            </a:extLst>
          </p:cNvPr>
          <p:cNvGrpSpPr/>
          <p:nvPr userDrawn="1"/>
        </p:nvGrpSpPr>
        <p:grpSpPr>
          <a:xfrm>
            <a:off x="270243" y="6517798"/>
            <a:ext cx="724037" cy="161562"/>
            <a:chOff x="2497995" y="2687207"/>
            <a:chExt cx="5762625" cy="1285875"/>
          </a:xfrm>
          <a:solidFill>
            <a:schemeClr val="bg1"/>
          </a:solidFill>
        </p:grpSpPr>
        <p:sp>
          <p:nvSpPr>
            <p:cNvPr id="15" name="Freeform: Shape 14">
              <a:extLst>
                <a:ext uri="{FF2B5EF4-FFF2-40B4-BE49-F238E27FC236}">
                  <a16:creationId xmlns:a16="http://schemas.microsoft.com/office/drawing/2014/main" id="{CB6ABDCD-263C-4949-B3FF-B2627D440248}"/>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828EEC-7656-4EF2-A31D-412CD05675A8}"/>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BCA76616-23FF-4123-AD49-F6D903BB87F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82793D5-3395-419F-AD6F-E56DE56635B4}"/>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3B89C0D-A23B-49A0-9B3C-4493E6822AB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363717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4"/>
            <a:ext cx="5394023" cy="463655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p>
          <a:p>
            <a:pPr lvl="0"/>
            <a:r>
              <a:rPr lang="en-SG"/>
              <a:t>Donec facilisis lectus fringilla, congue erat ut, feugiat arcu. Vestibulum non magna in diam lobortis tincidunt. Cras vel cursus libero. Mauris sed convallis nisi. Aliquam eget justo quis lacus euismod pulvinar. </a:t>
            </a:r>
            <a:endParaRPr lang="en-US"/>
          </a:p>
        </p:txBody>
      </p:sp>
      <p:sp>
        <p:nvSpPr>
          <p:cNvPr id="9" name="Text Placeholder 18">
            <a:extLst>
              <a:ext uri="{FF2B5EF4-FFF2-40B4-BE49-F238E27FC236}">
                <a16:creationId xmlns:a16="http://schemas.microsoft.com/office/drawing/2014/main" id="{89E17B67-827C-2440-845C-AB18B943F81B}"/>
              </a:ext>
            </a:extLst>
          </p:cNvPr>
          <p:cNvSpPr>
            <a:spLocks noGrp="1"/>
          </p:cNvSpPr>
          <p:nvPr>
            <p:ph type="body" sz="quarter" idx="11" hasCustomPrompt="1"/>
          </p:nvPr>
        </p:nvSpPr>
        <p:spPr>
          <a:xfrm>
            <a:off x="6226959" y="1470024"/>
            <a:ext cx="5394023" cy="463655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a:t>
            </a:r>
          </a:p>
          <a:p>
            <a:pPr lvl="0"/>
            <a:r>
              <a:rPr lang="en-SG"/>
              <a:t>Vestibulum non magna in diam lobortis tincidunt. Cras vel cursus libero. Mauris sed convallis nisi. Aliquam eget justo quis lacus euismod pulvinar. </a:t>
            </a:r>
            <a:endParaRPr lang="en-US"/>
          </a:p>
        </p:txBody>
      </p:sp>
      <p:cxnSp>
        <p:nvCxnSpPr>
          <p:cNvPr id="12" name="Google Shape;65;p14">
            <a:extLst>
              <a:ext uri="{FF2B5EF4-FFF2-40B4-BE49-F238E27FC236}">
                <a16:creationId xmlns:a16="http://schemas.microsoft.com/office/drawing/2014/main" id="{8BAADCCA-6C2F-A341-9037-B9F4CB2EC762}"/>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3" name="TextBox 12">
            <a:extLst>
              <a:ext uri="{FF2B5EF4-FFF2-40B4-BE49-F238E27FC236}">
                <a16:creationId xmlns:a16="http://schemas.microsoft.com/office/drawing/2014/main" id="{E8E2F222-BB16-8D4D-B7F5-0FAA151BBA5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A6DFFF59-F2C8-464E-BBF0-A1013BC67B13}"/>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8E2CCB43-C1BD-2B42-AC5E-A6CA6721A555}"/>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4" name="Graphic 4">
            <a:extLst>
              <a:ext uri="{FF2B5EF4-FFF2-40B4-BE49-F238E27FC236}">
                <a16:creationId xmlns:a16="http://schemas.microsoft.com/office/drawing/2014/main" id="{F23AF8E6-D610-4F9F-A590-29A3EFA43C45}"/>
              </a:ext>
            </a:extLst>
          </p:cNvPr>
          <p:cNvGrpSpPr/>
          <p:nvPr userDrawn="1"/>
        </p:nvGrpSpPr>
        <p:grpSpPr>
          <a:xfrm>
            <a:off x="270243" y="6517798"/>
            <a:ext cx="724037" cy="161562"/>
            <a:chOff x="2497995" y="2687207"/>
            <a:chExt cx="5762625" cy="1285875"/>
          </a:xfrm>
          <a:solidFill>
            <a:schemeClr val="bg1"/>
          </a:solidFill>
        </p:grpSpPr>
        <p:sp>
          <p:nvSpPr>
            <p:cNvPr id="16" name="Freeform: Shape 15">
              <a:extLst>
                <a:ext uri="{FF2B5EF4-FFF2-40B4-BE49-F238E27FC236}">
                  <a16:creationId xmlns:a16="http://schemas.microsoft.com/office/drawing/2014/main" id="{F12D5E7A-92D3-4D53-B8C3-21A36385B8B8}"/>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CF49427-308E-4609-85BE-77864C8808C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63D058E-3959-4FF6-A09B-ED3DBF1DC8A5}"/>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9E3A2C3-E49E-45BB-AD39-669F4F86873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68BF172-BD92-42B8-B5F5-4BE4348A449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5686787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1043793"/>
            <a:ext cx="4826644" cy="3790173"/>
          </a:xfrm>
          <a:prstGeom prst="rect">
            <a:avLst/>
          </a:prstGeom>
        </p:spPr>
        <p:txBody>
          <a:bodyPr/>
          <a:lstStyle>
            <a:lvl1pPr>
              <a:defRPr sz="4400" b="1">
                <a:solidFill>
                  <a:schemeClr val="accent2"/>
                </a:solidFill>
                <a:latin typeface="Ubuntu" panose="020B0504030602030204" pitchFamily="34" charset="0"/>
              </a:defRPr>
            </a:lvl1pPr>
          </a:lstStyle>
          <a:p>
            <a:r>
              <a:rPr lang="en-GB"/>
              <a:t>Slide title goes here lorem ipsum 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215605" y="1043792"/>
            <a:ext cx="5382670" cy="4500477"/>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p>
          <a:p>
            <a:pPr lvl="0"/>
            <a:r>
              <a:rPr lang="en-SG" err="1"/>
              <a:t>Etiam sollicitudin dui ut elit lacinia, vitae aliquet nunc scelerisque. Duis ut sem bibendum, vehicula ligula non, varius eros. Duis tristique velit lectus, dapibus ullamcorper dui condimentum id. Duis felis odio, pulvinar in quam a, vehicula lobortis nulla. Fusce ut tincidunt arcu. Vivamus gravida ut enim et varius. Orci varius natoque penatibus et magnis dis parturient montes, nascetur ridiculus mus.</a:t>
            </a:r>
            <a:endParaRPr lang="en-US"/>
          </a:p>
        </p:txBody>
      </p:sp>
      <p:cxnSp>
        <p:nvCxnSpPr>
          <p:cNvPr id="11" name="Google Shape;65;p14">
            <a:extLst>
              <a:ext uri="{FF2B5EF4-FFF2-40B4-BE49-F238E27FC236}">
                <a16:creationId xmlns:a16="http://schemas.microsoft.com/office/drawing/2014/main" id="{6363D6F1-C343-8B46-B1C2-5CFAB7508338}"/>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750B8EF-804F-4E44-93DB-68D9364AA671}"/>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D090540D-D709-8D4A-950F-AF865624943E}"/>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B7DF7FA0-EADA-7F4C-A367-7A75FACB1DC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03FD7596-ABA5-4DD3-AE54-083177813D28}"/>
              </a:ext>
            </a:extLst>
          </p:cNvPr>
          <p:cNvGrpSpPr/>
          <p:nvPr userDrawn="1"/>
        </p:nvGrpSpPr>
        <p:grpSpPr>
          <a:xfrm>
            <a:off x="270243" y="6504919"/>
            <a:ext cx="724037" cy="161562"/>
            <a:chOff x="2497995" y="2687207"/>
            <a:chExt cx="5762625" cy="1285875"/>
          </a:xfrm>
          <a:solidFill>
            <a:schemeClr val="bg1"/>
          </a:solidFill>
        </p:grpSpPr>
        <p:sp>
          <p:nvSpPr>
            <p:cNvPr id="15" name="Freeform: Shape 14">
              <a:extLst>
                <a:ext uri="{FF2B5EF4-FFF2-40B4-BE49-F238E27FC236}">
                  <a16:creationId xmlns:a16="http://schemas.microsoft.com/office/drawing/2014/main" id="{C27B8EDA-2AAF-4199-99AF-7ECC8188A8E3}"/>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03580BF-888D-499C-A59A-9AC2695D7C5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EA10CE5-2780-43A6-9AEA-1324E26041A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78C4F4-9D71-45D1-8538-E8B24485163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9564E182-1A1C-49EC-AF62-DF7BF6182A75}"/>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8567882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ntent_white_4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995913"/>
            <a:ext cx="2565607" cy="4029617"/>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2" name="Text Placeholder 18">
            <a:extLst>
              <a:ext uri="{FF2B5EF4-FFF2-40B4-BE49-F238E27FC236}">
                <a16:creationId xmlns:a16="http://schemas.microsoft.com/office/drawing/2014/main" id="{53612460-C62C-9948-A42A-46D52DE19125}"/>
              </a:ext>
            </a:extLst>
          </p:cNvPr>
          <p:cNvSpPr>
            <a:spLocks noGrp="1"/>
          </p:cNvSpPr>
          <p:nvPr>
            <p:ph type="body" sz="quarter" idx="11" hasCustomPrompt="1"/>
          </p:nvPr>
        </p:nvSpPr>
        <p:spPr>
          <a:xfrm>
            <a:off x="3411124"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3" name="Text Placeholder 18">
            <a:extLst>
              <a:ext uri="{FF2B5EF4-FFF2-40B4-BE49-F238E27FC236}">
                <a16:creationId xmlns:a16="http://schemas.microsoft.com/office/drawing/2014/main" id="{8749DF92-B411-394B-8C8C-CF611D9284BF}"/>
              </a:ext>
            </a:extLst>
          </p:cNvPr>
          <p:cNvSpPr>
            <a:spLocks noGrp="1"/>
          </p:cNvSpPr>
          <p:nvPr>
            <p:ph type="body" sz="quarter" idx="12" hasCustomPrompt="1"/>
          </p:nvPr>
        </p:nvSpPr>
        <p:spPr>
          <a:xfrm>
            <a:off x="6207333"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4" name="Text Placeholder 18">
            <a:extLst>
              <a:ext uri="{FF2B5EF4-FFF2-40B4-BE49-F238E27FC236}">
                <a16:creationId xmlns:a16="http://schemas.microsoft.com/office/drawing/2014/main" id="{2F703496-04EA-E944-BC3B-F31EA1EC1F61}"/>
              </a:ext>
            </a:extLst>
          </p:cNvPr>
          <p:cNvSpPr>
            <a:spLocks noGrp="1"/>
          </p:cNvSpPr>
          <p:nvPr>
            <p:ph type="body" sz="quarter" idx="13" hasCustomPrompt="1"/>
          </p:nvPr>
        </p:nvSpPr>
        <p:spPr>
          <a:xfrm>
            <a:off x="9030047"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cxnSp>
        <p:nvCxnSpPr>
          <p:cNvPr id="21" name="Google Shape;65;p14">
            <a:extLst>
              <a:ext uri="{FF2B5EF4-FFF2-40B4-BE49-F238E27FC236}">
                <a16:creationId xmlns:a16="http://schemas.microsoft.com/office/drawing/2014/main" id="{3762B7AF-C38E-4148-B827-2518A2154F3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23" name="TextBox 22">
            <a:extLst>
              <a:ext uri="{FF2B5EF4-FFF2-40B4-BE49-F238E27FC236}">
                <a16:creationId xmlns:a16="http://schemas.microsoft.com/office/drawing/2014/main" id="{3F42CD3F-620A-B241-B6E4-02A549F5D47A}"/>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26" name="Straight Connector 25">
            <a:extLst>
              <a:ext uri="{FF2B5EF4-FFF2-40B4-BE49-F238E27FC236}">
                <a16:creationId xmlns:a16="http://schemas.microsoft.com/office/drawing/2014/main" id="{0668405C-07F7-2045-86D5-CC221752DDB4}"/>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oogle Shape;64;p14">
            <a:extLst>
              <a:ext uri="{FF2B5EF4-FFF2-40B4-BE49-F238E27FC236}">
                <a16:creationId xmlns:a16="http://schemas.microsoft.com/office/drawing/2014/main" id="{181F7300-A56D-FD4F-A36A-73479E41EE3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8" name="Graphic 4">
            <a:extLst>
              <a:ext uri="{FF2B5EF4-FFF2-40B4-BE49-F238E27FC236}">
                <a16:creationId xmlns:a16="http://schemas.microsoft.com/office/drawing/2014/main" id="{D038DE06-0A52-4C29-B9EE-CB34E8B22059}"/>
              </a:ext>
            </a:extLst>
          </p:cNvPr>
          <p:cNvGrpSpPr/>
          <p:nvPr userDrawn="1"/>
        </p:nvGrpSpPr>
        <p:grpSpPr>
          <a:xfrm>
            <a:off x="270243" y="6517798"/>
            <a:ext cx="724037" cy="161562"/>
            <a:chOff x="2497995" y="2687207"/>
            <a:chExt cx="5762625" cy="1285875"/>
          </a:xfrm>
          <a:solidFill>
            <a:schemeClr val="bg1"/>
          </a:solidFill>
        </p:grpSpPr>
        <p:sp>
          <p:nvSpPr>
            <p:cNvPr id="20" name="Freeform: Shape 19">
              <a:extLst>
                <a:ext uri="{FF2B5EF4-FFF2-40B4-BE49-F238E27FC236}">
                  <a16:creationId xmlns:a16="http://schemas.microsoft.com/office/drawing/2014/main" id="{A590D3B8-8E45-4CCA-B253-01E4150E3E9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1B88449-B902-42EF-9200-9397AB1776D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BE84BD8-3FC5-4C62-B31B-71A17415417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0B80018-043A-46D4-96E7-BCDD809501E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F4CE829-6834-4F6B-B720-5128FCDAA1C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23278561"/>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ntent_white_2col_picture">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365126"/>
            <a:ext cx="5401246" cy="1146097"/>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5401572" cy="343327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sp>
        <p:nvSpPr>
          <p:cNvPr id="10" name="Picture Placeholder 9">
            <a:extLst>
              <a:ext uri="{FF2B5EF4-FFF2-40B4-BE49-F238E27FC236}">
                <a16:creationId xmlns:a16="http://schemas.microsoft.com/office/drawing/2014/main" id="{71814347-F8A9-204F-AB52-30E747CBBBC5}"/>
              </a:ext>
            </a:extLst>
          </p:cNvPr>
          <p:cNvSpPr>
            <a:spLocks noGrp="1"/>
          </p:cNvSpPr>
          <p:nvPr>
            <p:ph type="pic" sz="quarter" idx="11"/>
          </p:nvPr>
        </p:nvSpPr>
        <p:spPr>
          <a:xfrm>
            <a:off x="6188767" y="-1"/>
            <a:ext cx="6003233" cy="6858001"/>
          </a:xfrm>
          <a:prstGeom prst="rect">
            <a:avLst/>
          </a:prstGeom>
          <a:solidFill>
            <a:schemeClr val="bg2">
              <a:lumMod val="90000"/>
            </a:schemeClr>
          </a:solidFill>
        </p:spPr>
        <p:txBody>
          <a:bodyPr/>
          <a:lstStyle/>
          <a:p>
            <a:endParaRPr lang="en-US"/>
          </a:p>
        </p:txBody>
      </p:sp>
      <p:cxnSp>
        <p:nvCxnSpPr>
          <p:cNvPr id="14" name="Google Shape;65;p14">
            <a:extLst>
              <a:ext uri="{FF2B5EF4-FFF2-40B4-BE49-F238E27FC236}">
                <a16:creationId xmlns:a16="http://schemas.microsoft.com/office/drawing/2014/main" id="{D09E51BF-723F-FA4E-8800-37E5A9D7912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6" name="Straight Connector 15">
            <a:extLst>
              <a:ext uri="{FF2B5EF4-FFF2-40B4-BE49-F238E27FC236}">
                <a16:creationId xmlns:a16="http://schemas.microsoft.com/office/drawing/2014/main" id="{A630479D-8B78-9A4E-87C1-9ABCC272525A}"/>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C27C6EFF-792E-094B-B4B2-9240F319E9E8}"/>
              </a:ext>
            </a:extLst>
          </p:cNvPr>
          <p:cNvSpPr txBox="1"/>
          <p:nvPr userDrawn="1"/>
        </p:nvSpPr>
        <p:spPr>
          <a:xfrm>
            <a:off x="1076460" y="6395991"/>
            <a:ext cx="449122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A88E8B69-29B9-40B1-8B67-6C213BB7A289}"/>
              </a:ext>
            </a:extLst>
          </p:cNvPr>
          <p:cNvGrpSpPr/>
          <p:nvPr userDrawn="1"/>
        </p:nvGrpSpPr>
        <p:grpSpPr>
          <a:xfrm>
            <a:off x="270243" y="6517798"/>
            <a:ext cx="724037" cy="161562"/>
            <a:chOff x="2497995" y="2687207"/>
            <a:chExt cx="5762625" cy="1285875"/>
          </a:xfrm>
          <a:solidFill>
            <a:schemeClr val="bg1"/>
          </a:solidFill>
        </p:grpSpPr>
        <p:sp>
          <p:nvSpPr>
            <p:cNvPr id="13" name="Freeform: Shape 12">
              <a:extLst>
                <a:ext uri="{FF2B5EF4-FFF2-40B4-BE49-F238E27FC236}">
                  <a16:creationId xmlns:a16="http://schemas.microsoft.com/office/drawing/2014/main" id="{29FB5596-C7E1-48C7-ACFD-69AF3AB71C05}"/>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B20A447-4F65-4089-8A4D-853E690FC7B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F62AADC-BAAA-4BE7-9377-7ECEE200493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E6B7C2F-A22C-4DB1-9263-8755BEC404A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9D9A34A-E5CB-49CC-85A9-15E85B8F98F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33545430"/>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ntent_white_2col_picture">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365127"/>
            <a:ext cx="5401246" cy="8576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6"/>
            <a:ext cx="3520226" cy="4775742"/>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sp>
        <p:nvSpPr>
          <p:cNvPr id="10" name="Picture Placeholder 9">
            <a:extLst>
              <a:ext uri="{FF2B5EF4-FFF2-40B4-BE49-F238E27FC236}">
                <a16:creationId xmlns:a16="http://schemas.microsoft.com/office/drawing/2014/main" id="{71814347-F8A9-204F-AB52-30E747CBBBC5}"/>
              </a:ext>
            </a:extLst>
          </p:cNvPr>
          <p:cNvSpPr>
            <a:spLocks noGrp="1"/>
          </p:cNvSpPr>
          <p:nvPr>
            <p:ph type="pic" sz="quarter" idx="11"/>
          </p:nvPr>
        </p:nvSpPr>
        <p:spPr>
          <a:xfrm>
            <a:off x="8070112" y="-1"/>
            <a:ext cx="4121888" cy="6858001"/>
          </a:xfrm>
          <a:prstGeom prst="rect">
            <a:avLst/>
          </a:prstGeom>
          <a:solidFill>
            <a:schemeClr val="bg2">
              <a:lumMod val="90000"/>
            </a:schemeClr>
          </a:solidFill>
        </p:spPr>
        <p:txBody>
          <a:bodyPr/>
          <a:lstStyle/>
          <a:p>
            <a:endParaRPr lang="en-US"/>
          </a:p>
        </p:txBody>
      </p:sp>
      <p:sp>
        <p:nvSpPr>
          <p:cNvPr id="14" name="Text Placeholder 18">
            <a:extLst>
              <a:ext uri="{FF2B5EF4-FFF2-40B4-BE49-F238E27FC236}">
                <a16:creationId xmlns:a16="http://schemas.microsoft.com/office/drawing/2014/main" id="{806B764E-EDFD-804F-81F4-D1E8C388A42F}"/>
              </a:ext>
            </a:extLst>
          </p:cNvPr>
          <p:cNvSpPr>
            <a:spLocks noGrp="1"/>
          </p:cNvSpPr>
          <p:nvPr>
            <p:ph type="body" sz="quarter" idx="12" hasCustomPrompt="1"/>
          </p:nvPr>
        </p:nvSpPr>
        <p:spPr>
          <a:xfrm>
            <a:off x="4333690" y="1470026"/>
            <a:ext cx="3520226" cy="4775742"/>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cxnSp>
        <p:nvCxnSpPr>
          <p:cNvPr id="15" name="Google Shape;65;p14">
            <a:extLst>
              <a:ext uri="{FF2B5EF4-FFF2-40B4-BE49-F238E27FC236}">
                <a16:creationId xmlns:a16="http://schemas.microsoft.com/office/drawing/2014/main" id="{42F48292-40D8-FF42-906A-1FE62276F46F}"/>
              </a:ext>
            </a:extLst>
          </p:cNvPr>
          <p:cNvCxnSpPr/>
          <p:nvPr userDrawn="1"/>
        </p:nvCxnSpPr>
        <p:spPr>
          <a:xfrm>
            <a:off x="298311" y="6407566"/>
            <a:ext cx="7555605"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EE7FD399-DAA0-0C4D-B047-288612F9C0D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Google Shape;64;p14">
            <a:extLst>
              <a:ext uri="{FF2B5EF4-FFF2-40B4-BE49-F238E27FC236}">
                <a16:creationId xmlns:a16="http://schemas.microsoft.com/office/drawing/2014/main" id="{5680EE9D-E1D7-5645-B319-6C506BB4A582}"/>
              </a:ext>
            </a:extLst>
          </p:cNvPr>
          <p:cNvSpPr txBox="1"/>
          <p:nvPr userDrawn="1"/>
        </p:nvSpPr>
        <p:spPr>
          <a:xfrm>
            <a:off x="1076460" y="6395991"/>
            <a:ext cx="791514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17EE12F0-88EB-4312-9673-73E3EA9143C4}"/>
              </a:ext>
            </a:extLst>
          </p:cNvPr>
          <p:cNvGrpSpPr/>
          <p:nvPr userDrawn="1"/>
        </p:nvGrpSpPr>
        <p:grpSpPr>
          <a:xfrm>
            <a:off x="270243" y="6517798"/>
            <a:ext cx="724037" cy="161562"/>
            <a:chOff x="2497995" y="2687207"/>
            <a:chExt cx="5762625" cy="1285875"/>
          </a:xfrm>
          <a:solidFill>
            <a:schemeClr val="bg1"/>
          </a:solidFill>
        </p:grpSpPr>
        <p:sp>
          <p:nvSpPr>
            <p:cNvPr id="16" name="Freeform: Shape 15">
              <a:extLst>
                <a:ext uri="{FF2B5EF4-FFF2-40B4-BE49-F238E27FC236}">
                  <a16:creationId xmlns:a16="http://schemas.microsoft.com/office/drawing/2014/main" id="{E84F1694-EEBD-462A-B599-0BD11603C56F}"/>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AF4003-9AFB-4105-8E6A-ADF98D707D70}"/>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52A1B48-1B59-431C-B215-16224926B19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D5540D3-AFB4-407D-96D2-88C36C53B53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2615C4-41E4-4AE4-B1C2-ADB2951CBD2D}"/>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57375845"/>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a:ln>
            <a:noFill/>
          </a:ln>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cxnSp>
        <p:nvCxnSpPr>
          <p:cNvPr id="11" name="Google Shape;65;p14">
            <a:extLst>
              <a:ext uri="{FF2B5EF4-FFF2-40B4-BE49-F238E27FC236}">
                <a16:creationId xmlns:a16="http://schemas.microsoft.com/office/drawing/2014/main" id="{0157DF83-8354-4244-8509-FACD614C733F}"/>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BBC9DDF1-A3B8-D94C-9888-F13FE611938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7A57F77E-90DD-7244-A396-F02B11EFAA47}"/>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Google Shape;64;p14">
            <a:extLst>
              <a:ext uri="{FF2B5EF4-FFF2-40B4-BE49-F238E27FC236}">
                <a16:creationId xmlns:a16="http://schemas.microsoft.com/office/drawing/2014/main" id="{3A242881-5F52-F74C-861F-E5D485EF72F1}"/>
              </a:ext>
            </a:extLst>
          </p:cNvPr>
          <p:cNvSpPr txBox="1"/>
          <p:nvPr userDrawn="1"/>
        </p:nvSpPr>
        <p:spPr>
          <a:xfrm>
            <a:off x="1076460" y="6395991"/>
            <a:ext cx="449122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0" name="Graphic 4">
            <a:extLst>
              <a:ext uri="{FF2B5EF4-FFF2-40B4-BE49-F238E27FC236}">
                <a16:creationId xmlns:a16="http://schemas.microsoft.com/office/drawing/2014/main" id="{A247E254-F184-4DBA-89F6-BF3F96A073FC}"/>
              </a:ext>
            </a:extLst>
          </p:cNvPr>
          <p:cNvGrpSpPr/>
          <p:nvPr userDrawn="1"/>
        </p:nvGrpSpPr>
        <p:grpSpPr>
          <a:xfrm>
            <a:off x="270243" y="6517798"/>
            <a:ext cx="724037" cy="161562"/>
            <a:chOff x="2497995" y="2687207"/>
            <a:chExt cx="5762625" cy="1285875"/>
          </a:xfrm>
        </p:grpSpPr>
        <p:sp>
          <p:nvSpPr>
            <p:cNvPr id="13" name="Freeform: Shape 12">
              <a:extLst>
                <a:ext uri="{FF2B5EF4-FFF2-40B4-BE49-F238E27FC236}">
                  <a16:creationId xmlns:a16="http://schemas.microsoft.com/office/drawing/2014/main" id="{780E53FB-83D9-4A35-9FD0-FD3F565C1B3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940B724-A27C-4A06-B04E-C12CD5830AFF}"/>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A65FC25-C722-4FF9-9F00-6841CA6EE0F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DD224E-23B6-47C9-884F-933C7C4F51C0}"/>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FC47E75-9830-4288-B0FF-5A3F11030B0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26742518"/>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37B22E5-0D68-AB40-B67E-16BEB115D26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10870F3-46F3-4F4B-A006-F8B98B537AE8}"/>
              </a:ext>
            </a:extLst>
          </p:cNvPr>
          <p:cNvSpPr txBox="1"/>
          <p:nvPr userDrawn="1"/>
        </p:nvSpPr>
        <p:spPr>
          <a:xfrm>
            <a:off x="6053480" y="3167390"/>
            <a:ext cx="4918334" cy="523220"/>
          </a:xfrm>
          <a:prstGeom prst="rect">
            <a:avLst/>
          </a:prstGeom>
          <a:noFill/>
        </p:spPr>
        <p:txBody>
          <a:bodyPr wrap="none" rtlCol="0" anchor="ctr">
            <a:spAutoFit/>
          </a:bodyPr>
          <a:lstStyle/>
          <a:p>
            <a:pPr algn="ctr"/>
            <a:r>
              <a:rPr lang="en-US" sz="2800" b="1" i="0">
                <a:solidFill>
                  <a:schemeClr val="bg1"/>
                </a:solidFill>
                <a:latin typeface="Ubuntu" panose="020B0504030602030204" pitchFamily="34" charset="0"/>
              </a:rPr>
              <a:t>make extraordinary happen</a:t>
            </a:r>
          </a:p>
        </p:txBody>
      </p:sp>
      <p:sp>
        <p:nvSpPr>
          <p:cNvPr id="6" name="Google Shape;64;p14">
            <a:extLst>
              <a:ext uri="{FF2B5EF4-FFF2-40B4-BE49-F238E27FC236}">
                <a16:creationId xmlns:a16="http://schemas.microsoft.com/office/drawing/2014/main" id="{DC92DFAF-D07B-1F42-A3C6-AB8FE06A85A8}"/>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AD0E1690-05A4-46CB-B650-7C2B6F164ABA}"/>
              </a:ext>
            </a:extLst>
          </p:cNvPr>
          <p:cNvGrpSpPr/>
          <p:nvPr userDrawn="1"/>
        </p:nvGrpSpPr>
        <p:grpSpPr>
          <a:xfrm>
            <a:off x="1989438" y="3196513"/>
            <a:ext cx="2159387" cy="481847"/>
            <a:chOff x="2497995" y="2687207"/>
            <a:chExt cx="5762625" cy="1285875"/>
          </a:xfrm>
        </p:grpSpPr>
        <p:sp>
          <p:nvSpPr>
            <p:cNvPr id="14" name="Freeform: Shape 13">
              <a:extLst>
                <a:ext uri="{FF2B5EF4-FFF2-40B4-BE49-F238E27FC236}">
                  <a16:creationId xmlns:a16="http://schemas.microsoft.com/office/drawing/2014/main" id="{3D313E15-7621-4E27-BBEA-86F4636DC78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621446A-9105-4482-BDA2-51301DFDB8E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C840CF4-3BE7-47FF-BBC6-2D4CF97E325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381973A-3535-4DD7-826C-31EA1CCBD2E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6CB66E5-BCBC-4234-BF8B-081592231E4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7053348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nimated">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387750A1-E8E1-1D41-ACF2-9B359F4A25B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Google Shape;64;p14">
            <a:extLst>
              <a:ext uri="{FF2B5EF4-FFF2-40B4-BE49-F238E27FC236}">
                <a16:creationId xmlns:a16="http://schemas.microsoft.com/office/drawing/2014/main" id="{4210C7F0-90E8-3143-B46A-5A9715BAFEDE}"/>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spTree>
    <p:extLst>
      <p:ext uri="{BB962C8B-B14F-4D97-AF65-F5344CB8AC3E}">
        <p14:creationId xmlns:p14="http://schemas.microsoft.com/office/powerpoint/2010/main" val="1450002083"/>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tx2"/>
        </a:solidFill>
        <a:effectLst/>
      </p:bgPr>
    </p:bg>
    <p:spTree>
      <p:nvGrpSpPr>
        <p:cNvPr id="1" name=""/>
        <p:cNvGrpSpPr/>
        <p:nvPr/>
      </p:nvGrpSpPr>
      <p:grpSpPr>
        <a:xfrm>
          <a:off x="0" y="0"/>
          <a:ext cx="0" cy="0"/>
          <a:chOff x="0" y="0"/>
          <a:chExt cx="0" cy="0"/>
        </a:xfrm>
      </p:grpSpPr>
      <p:sp>
        <p:nvSpPr>
          <p:cNvPr id="4" name="Google Shape;64;p14">
            <a:extLst>
              <a:ext uri="{FF2B5EF4-FFF2-40B4-BE49-F238E27FC236}">
                <a16:creationId xmlns:a16="http://schemas.microsoft.com/office/drawing/2014/main" id="{F7AEBA34-CB66-F347-A197-808C0226589C}"/>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5" name="Group 14">
            <a:extLst>
              <a:ext uri="{FF2B5EF4-FFF2-40B4-BE49-F238E27FC236}">
                <a16:creationId xmlns:a16="http://schemas.microsoft.com/office/drawing/2014/main" id="{E340942D-CC4B-46CA-AFA6-E4BDA1A3474E}"/>
              </a:ext>
            </a:extLst>
          </p:cNvPr>
          <p:cNvGrpSpPr/>
          <p:nvPr userDrawn="1"/>
        </p:nvGrpSpPr>
        <p:grpSpPr>
          <a:xfrm>
            <a:off x="4209020" y="2340918"/>
            <a:ext cx="3883428" cy="2134887"/>
            <a:chOff x="4578413" y="2894128"/>
            <a:chExt cx="2144477" cy="1266886"/>
          </a:xfrm>
          <a:solidFill>
            <a:schemeClr val="tx1"/>
          </a:solidFill>
        </p:grpSpPr>
        <p:sp>
          <p:nvSpPr>
            <p:cNvPr id="16" name="Freeform: Shape 15">
              <a:extLst>
                <a:ext uri="{FF2B5EF4-FFF2-40B4-BE49-F238E27FC236}">
                  <a16:creationId xmlns:a16="http://schemas.microsoft.com/office/drawing/2014/main" id="{602FFBDB-02EA-4211-9787-AA1E6A4062B8}"/>
                </a:ext>
              </a:extLst>
            </p:cNvPr>
            <p:cNvSpPr/>
            <p:nvPr userDrawn="1"/>
          </p:nvSpPr>
          <p:spPr>
            <a:xfrm>
              <a:off x="4578413" y="2894189"/>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5F9EF53-6CE3-4334-81D3-3EF28B84F543}"/>
                </a:ext>
              </a:extLst>
            </p:cNvPr>
            <p:cNvSpPr/>
            <p:nvPr userDrawn="1"/>
          </p:nvSpPr>
          <p:spPr>
            <a:xfrm>
              <a:off x="5694190" y="2894128"/>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7440031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6" Type="http://schemas.openxmlformats.org/officeDocument/2006/relationships/theme" Target="../theme/theme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7.jpe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092824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670" r:id="rId3"/>
    <p:sldLayoutId id="2147483669" r:id="rId4"/>
    <p:sldLayoutId id="2147483671" r:id="rId5"/>
    <p:sldLayoutId id="2147483727" r:id="rId6"/>
    <p:sldLayoutId id="2147483691" r:id="rId7"/>
    <p:sldLayoutId id="2147483692" r:id="rId8"/>
    <p:sldLayoutId id="2147483693" r:id="rId9"/>
    <p:sldLayoutId id="2147483769" r:id="rId10"/>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70" userDrawn="1">
          <p15:clr>
            <a:srgbClr val="F26B43"/>
          </p15:clr>
        </p15:guide>
        <p15:guide id="3" pos="7310" userDrawn="1">
          <p15:clr>
            <a:srgbClr val="F26B43"/>
          </p15:clr>
        </p15:guide>
        <p15:guide id="4" pos="1422" userDrawn="1">
          <p15:clr>
            <a:srgbClr val="F26B43"/>
          </p15:clr>
        </p15:guide>
        <p15:guide id="5" pos="1549" userDrawn="1">
          <p15:clr>
            <a:srgbClr val="F26B43"/>
          </p15:clr>
        </p15:guide>
        <p15:guide id="6" pos="2605" userDrawn="1">
          <p15:clr>
            <a:srgbClr val="F26B43"/>
          </p15:clr>
        </p15:guide>
        <p15:guide id="7" pos="2720" userDrawn="1">
          <p15:clr>
            <a:srgbClr val="F26B43"/>
          </p15:clr>
        </p15:guide>
        <p15:guide id="8" pos="3772" userDrawn="1">
          <p15:clr>
            <a:srgbClr val="F26B43"/>
          </p15:clr>
        </p15:guide>
        <p15:guide id="9" pos="3897" userDrawn="1">
          <p15:clr>
            <a:srgbClr val="F26B43"/>
          </p15:clr>
        </p15:guide>
        <p15:guide id="10" pos="4951" userDrawn="1">
          <p15:clr>
            <a:srgbClr val="F26B43"/>
          </p15:clr>
        </p15:guide>
        <p15:guide id="11" pos="5074" userDrawn="1">
          <p15:clr>
            <a:srgbClr val="F26B43"/>
          </p15:clr>
        </p15:guide>
        <p15:guide id="12" pos="6131" userDrawn="1">
          <p15:clr>
            <a:srgbClr val="F26B43"/>
          </p15:clr>
        </p15:guide>
        <p15:guide id="13" pos="6244" userDrawn="1">
          <p15:clr>
            <a:srgbClr val="F26B43"/>
          </p15:clr>
        </p15:guide>
        <p15:guide id="14" pos="1980" userDrawn="1">
          <p15:clr>
            <a:srgbClr val="F26B43"/>
          </p15:clr>
        </p15:guide>
        <p15:guide id="15" pos="2139" userDrawn="1">
          <p15:clr>
            <a:srgbClr val="F26B43"/>
          </p15:clr>
        </p15:guide>
        <p15:guide id="16" pos="5541" userDrawn="1">
          <p15:clr>
            <a:srgbClr val="F26B43"/>
          </p15:clr>
        </p15:guide>
        <p15:guide id="17" pos="5677" userDrawn="1">
          <p15:clr>
            <a:srgbClr val="F26B43"/>
          </p15:clr>
        </p15:guide>
        <p15:guide id="18" orient="horz" pos="35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048565"/>
      </p:ext>
    </p:extLst>
  </p:cSld>
  <p:clrMap bg1="lt1" tx1="dk1" bg2="lt2" tx2="dk2" accent1="accent1" accent2="accent2" accent3="accent3" accent4="accent4" accent5="accent5" accent6="accent6" hlink="hlink" folHlink="folHlink"/>
  <p:sldLayoutIdLst>
    <p:sldLayoutId id="2147483663" r:id="rId1"/>
    <p:sldLayoutId id="2147483651" r:id="rId2"/>
    <p:sldLayoutId id="2147483689" r:id="rId3"/>
    <p:sldLayoutId id="2147483652" r:id="rId4"/>
    <p:sldLayoutId id="2147483653" r:id="rId5"/>
    <p:sldLayoutId id="2147483688" r:id="rId6"/>
    <p:sldLayoutId id="2147483765" r:id="rId7"/>
    <p:sldLayoutId id="2147483767" r:id="rId8"/>
    <p:sldLayoutId id="2147483690" r:id="rId9"/>
    <p:sldLayoutId id="2147483700" r:id="rId10"/>
    <p:sldLayoutId id="2147483701" r:id="rId11"/>
    <p:sldLayoutId id="2147483702" r:id="rId12"/>
    <p:sldLayoutId id="2147483766" r:id="rId13"/>
    <p:sldLayoutId id="2147483768" r:id="rId14"/>
    <p:sldLayoutId id="2147483770" r:id="rId15"/>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72" userDrawn="1">
          <p15:clr>
            <a:srgbClr val="F26B43"/>
          </p15:clr>
        </p15:guide>
        <p15:guide id="2" pos="3897" userDrawn="1">
          <p15:clr>
            <a:srgbClr val="F26B43"/>
          </p15:clr>
        </p15:guide>
        <p15:guide id="3" pos="370" userDrawn="1">
          <p15:clr>
            <a:srgbClr val="F26B43"/>
          </p15:clr>
        </p15:guide>
        <p15:guide id="4" pos="1422" userDrawn="1">
          <p15:clr>
            <a:srgbClr val="F26B43"/>
          </p15:clr>
        </p15:guide>
        <p15:guide id="5" pos="1549" userDrawn="1">
          <p15:clr>
            <a:srgbClr val="F26B43"/>
          </p15:clr>
        </p15:guide>
        <p15:guide id="6" pos="2605" userDrawn="1">
          <p15:clr>
            <a:srgbClr val="F26B43"/>
          </p15:clr>
        </p15:guide>
        <p15:guide id="7" pos="2725" userDrawn="1">
          <p15:clr>
            <a:srgbClr val="F26B43"/>
          </p15:clr>
        </p15:guide>
        <p15:guide id="8" pos="4951" userDrawn="1">
          <p15:clr>
            <a:srgbClr val="F26B43"/>
          </p15:clr>
        </p15:guide>
        <p15:guide id="9" pos="5079" userDrawn="1">
          <p15:clr>
            <a:srgbClr val="F26B43"/>
          </p15:clr>
        </p15:guide>
        <p15:guide id="10" pos="6131" userDrawn="1">
          <p15:clr>
            <a:srgbClr val="F26B43"/>
          </p15:clr>
        </p15:guide>
        <p15:guide id="11" pos="6256" userDrawn="1">
          <p15:clr>
            <a:srgbClr val="F26B43"/>
          </p15:clr>
        </p15:guide>
        <p15:guide id="12" pos="5535" userDrawn="1">
          <p15:clr>
            <a:srgbClr val="F26B43"/>
          </p15:clr>
        </p15:guide>
        <p15:guide id="13" pos="5690" userDrawn="1">
          <p15:clr>
            <a:srgbClr val="F26B43"/>
          </p15:clr>
        </p15:guide>
        <p15:guide id="14" pos="1983" userDrawn="1">
          <p15:clr>
            <a:srgbClr val="F26B43"/>
          </p15:clr>
        </p15:guide>
        <p15:guide id="15" pos="2144" userDrawn="1">
          <p15:clr>
            <a:srgbClr val="F26B43"/>
          </p15:clr>
        </p15:guide>
        <p15:guide id="16" orient="horz" pos="350" userDrawn="1">
          <p15:clr>
            <a:srgbClr val="F26B43"/>
          </p15:clr>
        </p15:guide>
        <p15:guide id="17" pos="729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descr="Shape&#10;&#10;Description automatically generated">
            <a:extLst>
              <a:ext uri="{FF2B5EF4-FFF2-40B4-BE49-F238E27FC236}">
                <a16:creationId xmlns:a16="http://schemas.microsoft.com/office/drawing/2014/main" id="{A343E2A0-B14C-4B41-8660-A49E8749E8EB}"/>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1607574"/>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7" r:id="rId4"/>
    <p:sldLayoutId id="2147483759" r:id="rId5"/>
    <p:sldLayoutId id="2147483760" r:id="rId6"/>
    <p:sldLayoutId id="2147483761" r:id="rId7"/>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0" userDrawn="1">
          <p15:clr>
            <a:srgbClr val="F26B43"/>
          </p15:clr>
        </p15:guide>
        <p15:guide id="2" orient="horz" pos="223" userDrawn="1">
          <p15:clr>
            <a:srgbClr val="F26B43"/>
          </p15:clr>
        </p15:guide>
        <p15:guide id="3" pos="1418" userDrawn="1">
          <p15:clr>
            <a:srgbClr val="F26B43"/>
          </p15:clr>
        </p15:guide>
        <p15:guide id="4" pos="1548" userDrawn="1">
          <p15:clr>
            <a:srgbClr val="F26B43"/>
          </p15:clr>
        </p15:guide>
        <p15:guide id="5" pos="2601" userDrawn="1">
          <p15:clr>
            <a:srgbClr val="F26B43"/>
          </p15:clr>
        </p15:guide>
        <p15:guide id="6" pos="2725" userDrawn="1">
          <p15:clr>
            <a:srgbClr val="F26B43"/>
          </p15:clr>
        </p15:guide>
        <p15:guide id="7" pos="3784" userDrawn="1">
          <p15:clr>
            <a:srgbClr val="F26B43"/>
          </p15:clr>
        </p15:guide>
        <p15:guide id="8" pos="3902" userDrawn="1">
          <p15:clr>
            <a:srgbClr val="F26B43"/>
          </p15:clr>
        </p15:guide>
        <p15:guide id="9" pos="5079" userDrawn="1">
          <p15:clr>
            <a:srgbClr val="F26B43"/>
          </p15:clr>
        </p15:guide>
        <p15:guide id="10" pos="6255" userDrawn="1">
          <p15:clr>
            <a:srgbClr val="F26B43"/>
          </p15:clr>
        </p15:guide>
        <p15:guide id="11" pos="4951" userDrawn="1">
          <p15:clr>
            <a:srgbClr val="F26B43"/>
          </p15:clr>
        </p15:guide>
        <p15:guide id="12" pos="6132" userDrawn="1">
          <p15:clr>
            <a:srgbClr val="F26B43"/>
          </p15:clr>
        </p15:guide>
        <p15:guide id="13" pos="7308" userDrawn="1">
          <p15:clr>
            <a:srgbClr val="F26B43"/>
          </p15:clr>
        </p15:guide>
        <p15:guide id="14" pos="5692" userDrawn="1">
          <p15:clr>
            <a:srgbClr val="F26B43"/>
          </p15:clr>
        </p15:guide>
        <p15:guide id="15" pos="5537" userDrawn="1">
          <p15:clr>
            <a:srgbClr val="F26B43"/>
          </p15:clr>
        </p15:guide>
        <p15:guide id="16" pos="1988" userDrawn="1">
          <p15:clr>
            <a:srgbClr val="F26B43"/>
          </p15:clr>
        </p15:guide>
        <p15:guide id="17" pos="2149"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12AC8A-8C5F-2143-BA14-F44BEC19E827}"/>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flipV="1">
            <a:off x="591399" y="7131088"/>
            <a:ext cx="11009202" cy="100535"/>
          </a:xfrm>
          <a:prstGeom prst="rect">
            <a:avLst/>
          </a:prstGeom>
        </p:spPr>
      </p:pic>
      <p:pic>
        <p:nvPicPr>
          <p:cNvPr id="5" name="Picture 4">
            <a:extLst>
              <a:ext uri="{FF2B5EF4-FFF2-40B4-BE49-F238E27FC236}">
                <a16:creationId xmlns:a16="http://schemas.microsoft.com/office/drawing/2014/main" id="{8DB5E4D5-1564-024E-8A7D-806AAB30F8D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596900" y="7481127"/>
            <a:ext cx="10998200" cy="99116"/>
          </a:xfrm>
          <a:prstGeom prst="rect">
            <a:avLst/>
          </a:prstGeom>
        </p:spPr>
      </p:pic>
    </p:spTree>
    <p:extLst>
      <p:ext uri="{BB962C8B-B14F-4D97-AF65-F5344CB8AC3E}">
        <p14:creationId xmlns:p14="http://schemas.microsoft.com/office/powerpoint/2010/main" val="3485197141"/>
      </p:ext>
    </p:extLst>
  </p:cSld>
  <p:clrMap bg1="lt1" tx1="dk1" bg2="lt2" tx2="dk2" accent1="accent1" accent2="accent2" accent3="accent3" accent4="accent4" accent5="accent5" accent6="accent6" hlink="hlink" folHlink="folHlink"/>
  <p:sldLayoutIdLst>
    <p:sldLayoutId id="2147483709" r:id="rId1"/>
    <p:sldLayoutId id="2147483724" r:id="rId2"/>
    <p:sldLayoutId id="2147483705" r:id="rId3"/>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p:txBody>
          <a:bodyPr/>
          <a:lstStyle/>
          <a:p>
            <a:r>
              <a:rPr lang="en-US" dirty="0"/>
              <a:t>AWS Application Deployment</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2"/>
          </p:nvPr>
        </p:nvSpPr>
        <p:spPr/>
        <p:txBody>
          <a:bodyPr/>
          <a:lstStyle/>
          <a:p>
            <a:r>
              <a:rPr lang="en-US" dirty="0"/>
              <a:t>Vibe Coding with Terraform &amp; AWS</a:t>
            </a:r>
          </a:p>
          <a:p>
            <a:r>
              <a:rPr lang="en-US" dirty="0"/>
              <a:t>Razin Bin Zaidun</a:t>
            </a:r>
          </a:p>
        </p:txBody>
      </p:sp>
    </p:spTree>
    <p:extLst>
      <p:ext uri="{BB962C8B-B14F-4D97-AF65-F5344CB8AC3E}">
        <p14:creationId xmlns:p14="http://schemas.microsoft.com/office/powerpoint/2010/main" val="87490640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a:xfrm>
            <a:off x="591400" y="1164910"/>
            <a:ext cx="5398584" cy="783153"/>
          </a:xfrm>
        </p:spPr>
        <p:txBody>
          <a:bodyPr/>
          <a:lstStyle/>
          <a:p>
            <a:r>
              <a:rPr lang="en-US" dirty="0"/>
              <a:t>Agenda</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1"/>
          </p:nvPr>
        </p:nvSpPr>
        <p:spPr>
          <a:xfrm>
            <a:off x="6210804" y="1165226"/>
            <a:ext cx="5398584" cy="4731992"/>
          </a:xfrm>
        </p:spPr>
        <p:txBody>
          <a:bodyPr/>
          <a:lstStyle/>
          <a:p>
            <a:r>
              <a:rPr lang="en-SG" dirty="0"/>
              <a:t>Introduction to Vibe Coding &amp; Terraform</a:t>
            </a:r>
          </a:p>
          <a:p>
            <a:r>
              <a:rPr lang="en-SG" dirty="0"/>
              <a:t>How Terraform works &amp; interacts with AWS</a:t>
            </a:r>
          </a:p>
          <a:p>
            <a:r>
              <a:rPr lang="en-SG" dirty="0"/>
              <a:t>Why use Terraform together with AWS</a:t>
            </a:r>
          </a:p>
          <a:p>
            <a:r>
              <a:rPr lang="en-SG" dirty="0"/>
              <a:t>Cost Optimization</a:t>
            </a:r>
          </a:p>
          <a:p>
            <a:r>
              <a:rPr lang="en-SG" dirty="0"/>
              <a:t>Summary &amp; Recommendation</a:t>
            </a:r>
          </a:p>
        </p:txBody>
      </p:sp>
    </p:spTree>
    <p:extLst>
      <p:ext uri="{BB962C8B-B14F-4D97-AF65-F5344CB8AC3E}">
        <p14:creationId xmlns:p14="http://schemas.microsoft.com/office/powerpoint/2010/main" val="79743499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F7BC17-C097-EF49-903E-0A1FFF9051AD}"/>
              </a:ext>
            </a:extLst>
          </p:cNvPr>
          <p:cNvSpPr>
            <a:spLocks noGrp="1"/>
          </p:cNvSpPr>
          <p:nvPr>
            <p:ph type="body" sz="quarter" idx="10"/>
          </p:nvPr>
        </p:nvSpPr>
        <p:spPr/>
        <p:txBody>
          <a:bodyPr/>
          <a:lstStyle/>
          <a:p>
            <a:r>
              <a:rPr lang="en-GB" dirty="0"/>
              <a:t>Introduction</a:t>
            </a:r>
          </a:p>
          <a:p>
            <a:endParaRPr lang="en-US" dirty="0"/>
          </a:p>
          <a:p>
            <a:endParaRPr lang="en-US" dirty="0"/>
          </a:p>
        </p:txBody>
      </p:sp>
    </p:spTree>
    <p:extLst>
      <p:ext uri="{BB962C8B-B14F-4D97-AF65-F5344CB8AC3E}">
        <p14:creationId xmlns:p14="http://schemas.microsoft.com/office/powerpoint/2010/main" val="337510776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a:xfrm>
            <a:off x="591399" y="572679"/>
            <a:ext cx="6594591" cy="792984"/>
          </a:xfrm>
        </p:spPr>
        <p:txBody>
          <a:bodyPr/>
          <a:lstStyle/>
          <a:p>
            <a:r>
              <a:rPr lang="en-US" dirty="0"/>
              <a:t>What is Vibe Coding?</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1399" y="1458686"/>
            <a:ext cx="7068185" cy="4502728"/>
          </a:xfrm>
        </p:spPr>
        <p:txBody>
          <a:bodyPr/>
          <a:lstStyle/>
          <a:p>
            <a:pPr fontAlgn="base"/>
            <a:r>
              <a:rPr lang="en-SG" sz="1800" b="1" dirty="0"/>
              <a:t>Vibe Coding</a:t>
            </a:r>
          </a:p>
          <a:p>
            <a:pPr fontAlgn="base"/>
            <a:r>
              <a:rPr lang="en-US" dirty="0">
                <a:solidFill>
                  <a:schemeClr val="bg2">
                    <a:lumMod val="25000"/>
                    <a:lumOff val="75000"/>
                  </a:schemeClr>
                </a:solidFill>
              </a:rPr>
              <a:t>Vibe Coding is a modern development methodology that prioritizes velocity and architecture over syntax. Instead of manually writing every line of code, we act as the “Architect”, describing the desired outcome to AI tools (Gemini or LLMS) which handle implementation details.</a:t>
            </a:r>
          </a:p>
        </p:txBody>
      </p:sp>
      <p:pic>
        <p:nvPicPr>
          <p:cNvPr id="9" name="Picture Placeholder 8">
            <a:extLst>
              <a:ext uri="{FF2B5EF4-FFF2-40B4-BE49-F238E27FC236}">
                <a16:creationId xmlns:a16="http://schemas.microsoft.com/office/drawing/2014/main" id="{A5F0DCAE-0C6A-71CA-DF44-B8F3C692E35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8892" t="8787" r="9982" b="9674"/>
          <a:stretch>
            <a:fillRect/>
          </a:stretch>
        </p:blipFill>
        <p:spPr>
          <a:xfrm>
            <a:off x="8374565" y="1458686"/>
            <a:ext cx="3456879" cy="3345366"/>
          </a:xfrm>
        </p:spPr>
      </p:pic>
    </p:spTree>
    <p:extLst>
      <p:ext uri="{BB962C8B-B14F-4D97-AF65-F5344CB8AC3E}">
        <p14:creationId xmlns:p14="http://schemas.microsoft.com/office/powerpoint/2010/main" val="398026518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18BAA-83C5-37BB-A913-AFB68061767A}"/>
            </a:ext>
          </a:extLst>
        </p:cNvPr>
        <p:cNvGrpSpPr/>
        <p:nvPr/>
      </p:nvGrpSpPr>
      <p:grpSpPr>
        <a:xfrm>
          <a:off x="0" y="0"/>
          <a:ext cx="0" cy="0"/>
          <a:chOff x="0" y="0"/>
          <a:chExt cx="0" cy="0"/>
        </a:xfrm>
      </p:grpSpPr>
      <p:sp>
        <p:nvSpPr>
          <p:cNvPr id="20" name="Text Placeholder 19">
            <a:extLst>
              <a:ext uri="{FF2B5EF4-FFF2-40B4-BE49-F238E27FC236}">
                <a16:creationId xmlns:a16="http://schemas.microsoft.com/office/drawing/2014/main" id="{1F6207D9-1D8B-ADD0-4279-46A6F4A19870}"/>
              </a:ext>
            </a:extLst>
          </p:cNvPr>
          <p:cNvSpPr>
            <a:spLocks noGrp="1"/>
          </p:cNvSpPr>
          <p:nvPr>
            <p:ph type="body" sz="quarter" idx="10"/>
          </p:nvPr>
        </p:nvSpPr>
        <p:spPr>
          <a:xfrm>
            <a:off x="591399" y="572679"/>
            <a:ext cx="6594591" cy="792984"/>
          </a:xfrm>
        </p:spPr>
        <p:txBody>
          <a:bodyPr/>
          <a:lstStyle/>
          <a:p>
            <a:r>
              <a:rPr lang="en-US" dirty="0"/>
              <a:t>What is Terraform?</a:t>
            </a:r>
          </a:p>
        </p:txBody>
      </p:sp>
      <p:sp>
        <p:nvSpPr>
          <p:cNvPr id="21" name="Text Placeholder 20">
            <a:extLst>
              <a:ext uri="{FF2B5EF4-FFF2-40B4-BE49-F238E27FC236}">
                <a16:creationId xmlns:a16="http://schemas.microsoft.com/office/drawing/2014/main" id="{31C8826E-56E1-BE3F-D0B5-4ABB9BC1ECF7}"/>
              </a:ext>
            </a:extLst>
          </p:cNvPr>
          <p:cNvSpPr>
            <a:spLocks noGrp="1"/>
          </p:cNvSpPr>
          <p:nvPr>
            <p:ph type="body" sz="quarter" idx="12"/>
          </p:nvPr>
        </p:nvSpPr>
        <p:spPr>
          <a:xfrm>
            <a:off x="591399" y="1458686"/>
            <a:ext cx="7068185" cy="4502728"/>
          </a:xfrm>
        </p:spPr>
        <p:txBody>
          <a:bodyPr/>
          <a:lstStyle/>
          <a:p>
            <a:pPr fontAlgn="base"/>
            <a:r>
              <a:rPr lang="en-SG" sz="1800" b="1" dirty="0"/>
              <a:t>Terraform</a:t>
            </a:r>
          </a:p>
          <a:p>
            <a:pPr fontAlgn="base"/>
            <a:r>
              <a:rPr lang="en-US" dirty="0">
                <a:solidFill>
                  <a:schemeClr val="bg2">
                    <a:lumMod val="25000"/>
                    <a:lumOff val="75000"/>
                  </a:schemeClr>
                </a:solidFill>
              </a:rPr>
              <a:t>Terraform is an infrastructure as code (</a:t>
            </a:r>
            <a:r>
              <a:rPr lang="en-US" dirty="0" err="1">
                <a:solidFill>
                  <a:schemeClr val="bg2">
                    <a:lumMod val="25000"/>
                    <a:lumOff val="75000"/>
                  </a:schemeClr>
                </a:solidFill>
              </a:rPr>
              <a:t>IaC</a:t>
            </a:r>
            <a:r>
              <a:rPr lang="en-US" dirty="0">
                <a:solidFill>
                  <a:schemeClr val="bg2">
                    <a:lumMod val="25000"/>
                    <a:lumOff val="75000"/>
                  </a:schemeClr>
                </a:solidFill>
              </a:rPr>
              <a:t>) tool. It allows for the definition of cloud resources (servers, databases, networks) in human-readable files. Instead of operating the cloud’s platform dedicated website and CLI.  </a:t>
            </a:r>
          </a:p>
        </p:txBody>
      </p:sp>
      <p:pic>
        <p:nvPicPr>
          <p:cNvPr id="6" name="Picture Placeholder 5">
            <a:extLst>
              <a:ext uri="{FF2B5EF4-FFF2-40B4-BE49-F238E27FC236}">
                <a16:creationId xmlns:a16="http://schemas.microsoft.com/office/drawing/2014/main" id="{F820DFED-5B02-34FA-ADEF-B378EF8468F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9329" r="19329"/>
          <a:stretch>
            <a:fillRect/>
          </a:stretch>
        </p:blipFill>
        <p:spPr>
          <a:xfrm>
            <a:off x="8905202" y="1239252"/>
            <a:ext cx="2695399" cy="4379495"/>
          </a:xfrm>
        </p:spPr>
      </p:pic>
    </p:spTree>
    <p:extLst>
      <p:ext uri="{BB962C8B-B14F-4D97-AF65-F5344CB8AC3E}">
        <p14:creationId xmlns:p14="http://schemas.microsoft.com/office/powerpoint/2010/main" val="146697872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DA6FF-7F4A-0B80-CF9F-FF1FD591E375}"/>
            </a:ext>
          </a:extLst>
        </p:cNvPr>
        <p:cNvGrpSpPr/>
        <p:nvPr/>
      </p:nvGrpSpPr>
      <p:grpSpPr>
        <a:xfrm>
          <a:off x="0" y="0"/>
          <a:ext cx="0" cy="0"/>
          <a:chOff x="0" y="0"/>
          <a:chExt cx="0" cy="0"/>
        </a:xfrm>
      </p:grpSpPr>
      <p:sp>
        <p:nvSpPr>
          <p:cNvPr id="20" name="Text Placeholder 19">
            <a:extLst>
              <a:ext uri="{FF2B5EF4-FFF2-40B4-BE49-F238E27FC236}">
                <a16:creationId xmlns:a16="http://schemas.microsoft.com/office/drawing/2014/main" id="{1A039051-8A85-ADCF-1CA6-9C129CB3875A}"/>
              </a:ext>
            </a:extLst>
          </p:cNvPr>
          <p:cNvSpPr>
            <a:spLocks noGrp="1"/>
          </p:cNvSpPr>
          <p:nvPr>
            <p:ph type="body" sz="quarter" idx="10"/>
          </p:nvPr>
        </p:nvSpPr>
        <p:spPr>
          <a:xfrm>
            <a:off x="591399" y="572679"/>
            <a:ext cx="6594591" cy="792984"/>
          </a:xfrm>
        </p:spPr>
        <p:txBody>
          <a:bodyPr/>
          <a:lstStyle/>
          <a:p>
            <a:r>
              <a:rPr lang="en-US" dirty="0"/>
              <a:t>How it works</a:t>
            </a:r>
          </a:p>
        </p:txBody>
      </p:sp>
      <p:sp>
        <p:nvSpPr>
          <p:cNvPr id="21" name="Text Placeholder 20">
            <a:extLst>
              <a:ext uri="{FF2B5EF4-FFF2-40B4-BE49-F238E27FC236}">
                <a16:creationId xmlns:a16="http://schemas.microsoft.com/office/drawing/2014/main" id="{5A785D8F-B173-30B2-9A07-E9BFE1ACD099}"/>
              </a:ext>
            </a:extLst>
          </p:cNvPr>
          <p:cNvSpPr>
            <a:spLocks noGrp="1"/>
          </p:cNvSpPr>
          <p:nvPr>
            <p:ph type="body" sz="quarter" idx="12"/>
          </p:nvPr>
        </p:nvSpPr>
        <p:spPr>
          <a:xfrm>
            <a:off x="591399" y="1806498"/>
            <a:ext cx="7068185" cy="3881783"/>
          </a:xfrm>
        </p:spPr>
        <p:txBody>
          <a:bodyPr/>
          <a:lstStyle/>
          <a:p>
            <a:pPr fontAlgn="base"/>
            <a:r>
              <a:rPr lang="en-US" b="1" dirty="0"/>
              <a:t>Write Code</a:t>
            </a:r>
          </a:p>
          <a:p>
            <a:pPr fontAlgn="base"/>
            <a:r>
              <a:rPr lang="en-US" dirty="0">
                <a:solidFill>
                  <a:schemeClr val="bg2">
                    <a:lumMod val="25000"/>
                    <a:lumOff val="75000"/>
                  </a:schemeClr>
                </a:solidFill>
              </a:rPr>
              <a:t>Write code (main.tf), declaring what desired state is needed. (E.g., “I need a S3 bucket”)</a:t>
            </a:r>
          </a:p>
          <a:p>
            <a:pPr fontAlgn="base"/>
            <a:r>
              <a:rPr lang="en-US" b="1" dirty="0"/>
              <a:t>Plan</a:t>
            </a:r>
          </a:p>
          <a:p>
            <a:pPr fontAlgn="base"/>
            <a:r>
              <a:rPr lang="en-US" dirty="0">
                <a:solidFill>
                  <a:schemeClr val="bg2">
                    <a:lumMod val="25000"/>
                    <a:lumOff val="75000"/>
                  </a:schemeClr>
                </a:solidFill>
              </a:rPr>
              <a:t>Terraform compares the code to the live AWS environment and calculates what needs to be changed.</a:t>
            </a:r>
          </a:p>
          <a:p>
            <a:pPr fontAlgn="base"/>
            <a:r>
              <a:rPr lang="en-US" b="1" dirty="0"/>
              <a:t>Apply</a:t>
            </a:r>
          </a:p>
          <a:p>
            <a:pPr fontAlgn="base"/>
            <a:r>
              <a:rPr lang="en-US" dirty="0">
                <a:solidFill>
                  <a:schemeClr val="bg2">
                    <a:lumMod val="25000"/>
                    <a:lumOff val="75000"/>
                  </a:schemeClr>
                </a:solidFill>
              </a:rPr>
              <a:t>Terraform authenticates with AWS using the API keys provided by the user and automatically builds or updates the resource.</a:t>
            </a:r>
          </a:p>
        </p:txBody>
      </p:sp>
      <p:pic>
        <p:nvPicPr>
          <p:cNvPr id="5" name="Picture Placeholder 4">
            <a:extLst>
              <a:ext uri="{FF2B5EF4-FFF2-40B4-BE49-F238E27FC236}">
                <a16:creationId xmlns:a16="http://schemas.microsoft.com/office/drawing/2014/main" id="{E8BF0DB6-7176-7923-D346-84416A7E7C3D}"/>
              </a:ext>
            </a:extLst>
          </p:cNvPr>
          <p:cNvPicPr>
            <a:picLocks noGrp="1" noChangeAspect="1"/>
          </p:cNvPicPr>
          <p:nvPr>
            <p:ph type="pic" sz="quarter" idx="13"/>
          </p:nvPr>
        </p:nvPicPr>
        <p:blipFill>
          <a:blip r:embed="rId2"/>
          <a:srcRect l="-839" t="-73901" r="-88436" b="-52846"/>
          <a:stretch>
            <a:fillRect/>
          </a:stretch>
        </p:blipFill>
        <p:spPr>
          <a:xfrm>
            <a:off x="7971183" y="0"/>
            <a:ext cx="7922533" cy="6858000"/>
          </a:xfrm>
          <a:prstGeom prst="rect">
            <a:avLst/>
          </a:prstGeom>
        </p:spPr>
      </p:pic>
    </p:spTree>
    <p:extLst>
      <p:ext uri="{BB962C8B-B14F-4D97-AF65-F5344CB8AC3E}">
        <p14:creationId xmlns:p14="http://schemas.microsoft.com/office/powerpoint/2010/main" val="85264303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98CB-8497-D7F1-E08D-65C15750D2E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16F8D7D-94A1-1445-FCAC-02218E8AF80B}"/>
              </a:ext>
            </a:extLst>
          </p:cNvPr>
          <p:cNvSpPr>
            <a:spLocks noGrp="1"/>
          </p:cNvSpPr>
          <p:nvPr>
            <p:ph type="body" sz="quarter" idx="10"/>
          </p:nvPr>
        </p:nvSpPr>
        <p:spPr>
          <a:xfrm>
            <a:off x="591399" y="572679"/>
            <a:ext cx="6594591" cy="864235"/>
          </a:xfrm>
        </p:spPr>
        <p:txBody>
          <a:bodyPr/>
          <a:lstStyle/>
          <a:p>
            <a:r>
              <a:rPr lang="en-US" dirty="0"/>
              <a:t>System Architecture</a:t>
            </a:r>
          </a:p>
        </p:txBody>
      </p:sp>
      <p:sp>
        <p:nvSpPr>
          <p:cNvPr id="4" name="Text Placeholder 3">
            <a:extLst>
              <a:ext uri="{FF2B5EF4-FFF2-40B4-BE49-F238E27FC236}">
                <a16:creationId xmlns:a16="http://schemas.microsoft.com/office/drawing/2014/main" id="{EBE44923-CCB5-F4D2-1233-3E7376402120}"/>
              </a:ext>
            </a:extLst>
          </p:cNvPr>
          <p:cNvSpPr>
            <a:spLocks noGrp="1"/>
          </p:cNvSpPr>
          <p:nvPr>
            <p:ph type="body" sz="quarter" idx="12"/>
          </p:nvPr>
        </p:nvSpPr>
        <p:spPr>
          <a:xfrm>
            <a:off x="591401" y="1306287"/>
            <a:ext cx="7214454" cy="4503498"/>
          </a:xfrm>
        </p:spPr>
        <p:txBody>
          <a:bodyPr/>
          <a:lstStyle/>
          <a:p>
            <a:pPr fontAlgn="base"/>
            <a:r>
              <a:rPr lang="en-US" b="1" dirty="0"/>
              <a:t>Frontend (S3)</a:t>
            </a:r>
          </a:p>
          <a:p>
            <a:pPr fontAlgn="base"/>
            <a:r>
              <a:rPr lang="en-US" dirty="0">
                <a:solidFill>
                  <a:schemeClr val="bg2">
                    <a:lumMod val="25000"/>
                    <a:lumOff val="75000"/>
                  </a:schemeClr>
                </a:solidFill>
              </a:rPr>
              <a:t>Static React application hosted on AWS S3. It provides the user interface for user to input their data.</a:t>
            </a:r>
          </a:p>
          <a:p>
            <a:pPr fontAlgn="base"/>
            <a:r>
              <a:rPr lang="en-US" b="1" dirty="0"/>
              <a:t>API Gateway</a:t>
            </a:r>
          </a:p>
          <a:p>
            <a:pPr fontAlgn="base"/>
            <a:r>
              <a:rPr lang="en-US" dirty="0">
                <a:solidFill>
                  <a:schemeClr val="bg2">
                    <a:lumMod val="25000"/>
                    <a:lumOff val="75000"/>
                  </a:schemeClr>
                </a:solidFill>
              </a:rPr>
              <a:t>Acts as the secure front door, handling HTTP requests, CORS policies, and throttling before routing to the backend.</a:t>
            </a:r>
          </a:p>
          <a:p>
            <a:pPr fontAlgn="base"/>
            <a:r>
              <a:rPr lang="en-US" b="1" dirty="0"/>
              <a:t>Backend (Lambda)</a:t>
            </a:r>
          </a:p>
          <a:p>
            <a:pPr fontAlgn="base"/>
            <a:r>
              <a:rPr lang="en-US" dirty="0">
                <a:solidFill>
                  <a:schemeClr val="bg2">
                    <a:lumMod val="25000"/>
                    <a:lumOff val="75000"/>
                  </a:schemeClr>
                </a:solidFill>
              </a:rPr>
              <a:t>Serverless Python function that executes the logic and required assessments for the application to run.</a:t>
            </a:r>
          </a:p>
        </p:txBody>
      </p:sp>
      <p:pic>
        <p:nvPicPr>
          <p:cNvPr id="6" name="Picture Placeholder 5">
            <a:extLst>
              <a:ext uri="{FF2B5EF4-FFF2-40B4-BE49-F238E27FC236}">
                <a16:creationId xmlns:a16="http://schemas.microsoft.com/office/drawing/2014/main" id="{D7F9DE52-E5B6-3F5D-BA76-27D2EB36AF8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9329" r="19329"/>
          <a:stretch>
            <a:fillRect/>
          </a:stretch>
        </p:blipFill>
        <p:spPr>
          <a:xfrm>
            <a:off x="8620543" y="1004796"/>
            <a:ext cx="2880758" cy="4680284"/>
          </a:xfrm>
        </p:spPr>
      </p:pic>
    </p:spTree>
    <p:extLst>
      <p:ext uri="{BB962C8B-B14F-4D97-AF65-F5344CB8AC3E}">
        <p14:creationId xmlns:p14="http://schemas.microsoft.com/office/powerpoint/2010/main" val="146931997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8253B-0656-FF94-617F-DD9649AAF6B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67C0CF0-A385-2007-BD43-14E6C80A7A7F}"/>
              </a:ext>
            </a:extLst>
          </p:cNvPr>
          <p:cNvSpPr>
            <a:spLocks noGrp="1"/>
          </p:cNvSpPr>
          <p:nvPr>
            <p:ph type="body" sz="quarter" idx="10"/>
          </p:nvPr>
        </p:nvSpPr>
        <p:spPr>
          <a:xfrm>
            <a:off x="591399" y="572679"/>
            <a:ext cx="6594591" cy="864235"/>
          </a:xfrm>
        </p:spPr>
        <p:txBody>
          <a:bodyPr/>
          <a:lstStyle/>
          <a:p>
            <a:r>
              <a:rPr lang="en-US" dirty="0"/>
              <a:t>Why Serverless &amp; </a:t>
            </a:r>
            <a:r>
              <a:rPr lang="en-US" dirty="0" err="1"/>
              <a:t>IaC</a:t>
            </a:r>
            <a:endParaRPr lang="en-US" dirty="0"/>
          </a:p>
        </p:txBody>
      </p:sp>
      <p:sp>
        <p:nvSpPr>
          <p:cNvPr id="4" name="Text Placeholder 3">
            <a:extLst>
              <a:ext uri="{FF2B5EF4-FFF2-40B4-BE49-F238E27FC236}">
                <a16:creationId xmlns:a16="http://schemas.microsoft.com/office/drawing/2014/main" id="{F3D76082-90DE-3B92-7DFD-FA3AEF0B5E3D}"/>
              </a:ext>
            </a:extLst>
          </p:cNvPr>
          <p:cNvSpPr>
            <a:spLocks noGrp="1"/>
          </p:cNvSpPr>
          <p:nvPr>
            <p:ph type="body" sz="quarter" idx="12"/>
          </p:nvPr>
        </p:nvSpPr>
        <p:spPr>
          <a:xfrm>
            <a:off x="591401" y="1306287"/>
            <a:ext cx="7214454" cy="4503498"/>
          </a:xfrm>
        </p:spPr>
        <p:txBody>
          <a:bodyPr/>
          <a:lstStyle/>
          <a:p>
            <a:pPr fontAlgn="base"/>
            <a:r>
              <a:rPr lang="en-US" b="1" dirty="0"/>
              <a:t>Scalability</a:t>
            </a:r>
          </a:p>
          <a:p>
            <a:pPr fontAlgn="base"/>
            <a:r>
              <a:rPr lang="en-US" dirty="0">
                <a:solidFill>
                  <a:schemeClr val="bg2">
                    <a:lumMod val="25000"/>
                    <a:lumOff val="75000"/>
                  </a:schemeClr>
                </a:solidFill>
              </a:rPr>
              <a:t>AWS Lambda scales automatically from 0 to 1000s of requests without managing any servers. Resource is only used when the code runs.</a:t>
            </a:r>
          </a:p>
          <a:p>
            <a:pPr fontAlgn="base"/>
            <a:r>
              <a:rPr lang="en-US" b="1" dirty="0"/>
              <a:t>Automation</a:t>
            </a:r>
          </a:p>
          <a:p>
            <a:pPr fontAlgn="base"/>
            <a:r>
              <a:rPr lang="en-US" dirty="0">
                <a:solidFill>
                  <a:schemeClr val="bg2">
                    <a:lumMod val="25000"/>
                    <a:lumOff val="75000"/>
                  </a:schemeClr>
                </a:solidFill>
              </a:rPr>
              <a:t>Terraform allows the definition of the entire infrastructure in code. This eliminates “</a:t>
            </a:r>
            <a:r>
              <a:rPr lang="en-US" dirty="0" err="1">
                <a:solidFill>
                  <a:schemeClr val="bg2">
                    <a:lumMod val="25000"/>
                    <a:lumOff val="75000"/>
                  </a:schemeClr>
                </a:solidFill>
              </a:rPr>
              <a:t>ClickOps</a:t>
            </a:r>
            <a:r>
              <a:rPr lang="en-US" dirty="0">
                <a:solidFill>
                  <a:schemeClr val="bg2">
                    <a:lumMod val="25000"/>
                    <a:lumOff val="75000"/>
                  </a:schemeClr>
                </a:solidFill>
              </a:rPr>
              <a:t>” and manual errors in the console.</a:t>
            </a:r>
          </a:p>
          <a:p>
            <a:pPr fontAlgn="base"/>
            <a:r>
              <a:rPr lang="en-US" b="1" dirty="0"/>
              <a:t>Speed</a:t>
            </a:r>
          </a:p>
          <a:p>
            <a:pPr fontAlgn="base"/>
            <a:r>
              <a:rPr lang="en-US" dirty="0">
                <a:solidFill>
                  <a:schemeClr val="bg2">
                    <a:lumMod val="25000"/>
                    <a:lumOff val="75000"/>
                  </a:schemeClr>
                </a:solidFill>
              </a:rPr>
              <a:t>Using “Spec-Driven Development”, from idea to deployed architecture is possible in under an hour or two by leveraging AI for boilerplate.</a:t>
            </a:r>
          </a:p>
        </p:txBody>
      </p:sp>
      <p:pic>
        <p:nvPicPr>
          <p:cNvPr id="6" name="Picture Placeholder 5">
            <a:extLst>
              <a:ext uri="{FF2B5EF4-FFF2-40B4-BE49-F238E27FC236}">
                <a16:creationId xmlns:a16="http://schemas.microsoft.com/office/drawing/2014/main" id="{32050C44-DD73-EC4A-D5F4-F14B9E0C735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9329" r="19329"/>
          <a:stretch>
            <a:fillRect/>
          </a:stretch>
        </p:blipFill>
        <p:spPr>
          <a:xfrm>
            <a:off x="8620543" y="1004796"/>
            <a:ext cx="2880758" cy="4680284"/>
          </a:xfrm>
        </p:spPr>
      </p:pic>
    </p:spTree>
    <p:extLst>
      <p:ext uri="{BB962C8B-B14F-4D97-AF65-F5344CB8AC3E}">
        <p14:creationId xmlns:p14="http://schemas.microsoft.com/office/powerpoint/2010/main" val="12658110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011E409-D755-9B42-9672-47AF85E0B91C}"/>
              </a:ext>
            </a:extLst>
          </p:cNvPr>
          <p:cNvSpPr>
            <a:spLocks noGrp="1"/>
          </p:cNvSpPr>
          <p:nvPr>
            <p:ph type="body" sz="quarter" idx="10"/>
          </p:nvPr>
        </p:nvSpPr>
        <p:spPr>
          <a:xfrm>
            <a:off x="591399" y="572679"/>
            <a:ext cx="6594591" cy="864235"/>
          </a:xfrm>
        </p:spPr>
        <p:txBody>
          <a:bodyPr/>
          <a:lstStyle/>
          <a:p>
            <a:r>
              <a:rPr lang="en-US" dirty="0"/>
              <a:t>Why Use Terraform</a:t>
            </a:r>
          </a:p>
        </p:txBody>
      </p:sp>
      <p:sp>
        <p:nvSpPr>
          <p:cNvPr id="4" name="Text Placeholder 3">
            <a:extLst>
              <a:ext uri="{FF2B5EF4-FFF2-40B4-BE49-F238E27FC236}">
                <a16:creationId xmlns:a16="http://schemas.microsoft.com/office/drawing/2014/main" id="{0796D2F4-18FA-584D-A43E-1D97C5C2D889}"/>
              </a:ext>
            </a:extLst>
          </p:cNvPr>
          <p:cNvSpPr>
            <a:spLocks noGrp="1"/>
          </p:cNvSpPr>
          <p:nvPr>
            <p:ph type="body" sz="quarter" idx="12"/>
          </p:nvPr>
        </p:nvSpPr>
        <p:spPr>
          <a:xfrm>
            <a:off x="591401" y="1306287"/>
            <a:ext cx="7214454" cy="4503498"/>
          </a:xfrm>
        </p:spPr>
        <p:txBody>
          <a:bodyPr/>
          <a:lstStyle/>
          <a:p>
            <a:pPr fontAlgn="base"/>
            <a:r>
              <a:rPr lang="en-US" b="1" dirty="0"/>
              <a:t>Lesser Human Errors</a:t>
            </a:r>
          </a:p>
          <a:p>
            <a:pPr fontAlgn="base"/>
            <a:r>
              <a:rPr lang="en-US" dirty="0">
                <a:solidFill>
                  <a:schemeClr val="bg2">
                    <a:lumMod val="25000"/>
                    <a:lumOff val="75000"/>
                  </a:schemeClr>
                </a:solidFill>
              </a:rPr>
              <a:t>Manual console clicking leads to human errors like incorrect API key values. Terraform ensures the infrastructure is built the same way every single time.</a:t>
            </a:r>
          </a:p>
          <a:p>
            <a:pPr fontAlgn="base"/>
            <a:r>
              <a:rPr lang="en-US" b="1" dirty="0"/>
              <a:t>Reproducibility</a:t>
            </a:r>
          </a:p>
          <a:p>
            <a:pPr fontAlgn="base"/>
            <a:r>
              <a:rPr lang="en-US" dirty="0">
                <a:solidFill>
                  <a:schemeClr val="bg2">
                    <a:lumMod val="25000"/>
                    <a:lumOff val="75000"/>
                  </a:schemeClr>
                </a:solidFill>
              </a:rPr>
              <a:t>Terraform can destroy the environment to save costs and rebuilt it up within minutes with a single command.</a:t>
            </a:r>
          </a:p>
          <a:p>
            <a:pPr fontAlgn="base"/>
            <a:r>
              <a:rPr lang="en-US" b="1" dirty="0"/>
              <a:t>Flexibility</a:t>
            </a:r>
          </a:p>
          <a:p>
            <a:pPr fontAlgn="base"/>
            <a:r>
              <a:rPr lang="en-US" dirty="0">
                <a:solidFill>
                  <a:schemeClr val="bg2">
                    <a:lumMod val="25000"/>
                    <a:lumOff val="75000"/>
                  </a:schemeClr>
                </a:solidFill>
              </a:rPr>
              <a:t>Infrastructure is stored as code (main.tf), allowing us to track changes, rollback errors and even collaborate via Git.</a:t>
            </a:r>
          </a:p>
        </p:txBody>
      </p:sp>
      <p:pic>
        <p:nvPicPr>
          <p:cNvPr id="6" name="Picture Placeholder 5">
            <a:extLst>
              <a:ext uri="{FF2B5EF4-FFF2-40B4-BE49-F238E27FC236}">
                <a16:creationId xmlns:a16="http://schemas.microsoft.com/office/drawing/2014/main" id="{25D37FCE-59C5-D447-E453-09D04CD8AEC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9329" r="19329"/>
          <a:stretch>
            <a:fillRect/>
          </a:stretch>
        </p:blipFill>
        <p:spPr>
          <a:xfrm>
            <a:off x="8620543" y="1004796"/>
            <a:ext cx="2880758" cy="4680284"/>
          </a:xfrm>
        </p:spPr>
      </p:pic>
    </p:spTree>
    <p:extLst>
      <p:ext uri="{BB962C8B-B14F-4D97-AF65-F5344CB8AC3E}">
        <p14:creationId xmlns:p14="http://schemas.microsoft.com/office/powerpoint/2010/main" val="160539699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a:xfrm>
            <a:off x="591400" y="572678"/>
            <a:ext cx="4696218" cy="1375865"/>
          </a:xfrm>
        </p:spPr>
        <p:txBody>
          <a:bodyPr/>
          <a:lstStyle/>
          <a:p>
            <a:r>
              <a:rPr lang="en-US" dirty="0"/>
              <a:t>Cost Optimization</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1399" y="1948543"/>
            <a:ext cx="5753645" cy="3359437"/>
          </a:xfrm>
        </p:spPr>
        <p:txBody>
          <a:bodyPr/>
          <a:lstStyle/>
          <a:p>
            <a:pPr fontAlgn="base"/>
            <a:r>
              <a:rPr lang="en-US" b="1" dirty="0"/>
              <a:t>Leveraging AWS Free Tier</a:t>
            </a:r>
          </a:p>
          <a:p>
            <a:pPr fontAlgn="base"/>
            <a:r>
              <a:rPr lang="en-US" dirty="0">
                <a:solidFill>
                  <a:schemeClr val="bg2">
                    <a:lumMod val="25000"/>
                    <a:lumOff val="75000"/>
                  </a:schemeClr>
                </a:solidFill>
              </a:rPr>
              <a:t>By utilizing AWS free tier, we secure 1 million Lambda requests per month, allowing the application to scale to thousands of users without incurring computing costs.</a:t>
            </a:r>
          </a:p>
          <a:p>
            <a:pPr fontAlgn="base"/>
            <a:r>
              <a:rPr lang="en-US" b="1" dirty="0"/>
              <a:t>Serverless Execution</a:t>
            </a:r>
          </a:p>
          <a:p>
            <a:pPr fontAlgn="base"/>
            <a:r>
              <a:rPr lang="en-US" dirty="0">
                <a:solidFill>
                  <a:schemeClr val="bg2">
                    <a:lumMod val="25000"/>
                    <a:lumOff val="75000"/>
                  </a:schemeClr>
                </a:solidFill>
              </a:rPr>
              <a:t>Serverless architecture ensures zero idle server costs. Nothing is active when the application is inactive.</a:t>
            </a:r>
          </a:p>
        </p:txBody>
      </p:sp>
      <p:pic>
        <p:nvPicPr>
          <p:cNvPr id="4" name="Picture Placeholder 3" descr="A blue bag with gold coins and a red arrow&#10;&#10;AI-generated content may be incorrect.">
            <a:extLst>
              <a:ext uri="{FF2B5EF4-FFF2-40B4-BE49-F238E27FC236}">
                <a16:creationId xmlns:a16="http://schemas.microsoft.com/office/drawing/2014/main" id="{2252BB76-29D0-8EA4-E79A-0530A1881603}"/>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t="-46910" b="-46910"/>
          <a:stretch>
            <a:fillRect/>
          </a:stretch>
        </p:blipFill>
        <p:spPr>
          <a:xfrm>
            <a:off x="6096000" y="0"/>
            <a:ext cx="6095999" cy="6858000"/>
          </a:xfrm>
        </p:spPr>
      </p:pic>
    </p:spTree>
    <p:extLst>
      <p:ext uri="{BB962C8B-B14F-4D97-AF65-F5344CB8AC3E}">
        <p14:creationId xmlns:p14="http://schemas.microsoft.com/office/powerpoint/2010/main" val="184602765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890CF-92E3-8A62-4372-ECB47DCD758B}"/>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D2851F44-E559-771B-FE00-0A5C00A3E567}"/>
              </a:ext>
            </a:extLst>
          </p:cNvPr>
          <p:cNvPicPr>
            <a:picLocks noChangeAspect="1"/>
          </p:cNvPicPr>
          <p:nvPr/>
        </p:nvPicPr>
        <p:blipFill>
          <a:blip r:embed="rId3"/>
          <a:stretch>
            <a:fillRect/>
          </a:stretch>
        </p:blipFill>
        <p:spPr>
          <a:xfrm>
            <a:off x="364490" y="401513"/>
            <a:ext cx="5731510" cy="525208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603E66E9-B263-A3B2-360B-E3333BA10D02}"/>
              </a:ext>
            </a:extLst>
          </p:cNvPr>
          <p:cNvPicPr>
            <a:picLocks noChangeAspect="1"/>
          </p:cNvPicPr>
          <p:nvPr/>
        </p:nvPicPr>
        <p:blipFill>
          <a:blip r:embed="rId4"/>
          <a:stretch>
            <a:fillRect/>
          </a:stretch>
        </p:blipFill>
        <p:spPr>
          <a:xfrm>
            <a:off x="6419456" y="401513"/>
            <a:ext cx="5550728" cy="4203941"/>
          </a:xfrm>
          <a:prstGeom prst="rect">
            <a:avLst/>
          </a:prstGeom>
        </p:spPr>
      </p:pic>
    </p:spTree>
    <p:extLst>
      <p:ext uri="{BB962C8B-B14F-4D97-AF65-F5344CB8AC3E}">
        <p14:creationId xmlns:p14="http://schemas.microsoft.com/office/powerpoint/2010/main" val="77695796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E2286-5834-7EE3-3358-1B010A7120CD}"/>
            </a:ext>
          </a:extLst>
        </p:cNvPr>
        <p:cNvGrpSpPr/>
        <p:nvPr/>
      </p:nvGrpSpPr>
      <p:grpSpPr>
        <a:xfrm>
          <a:off x="0" y="0"/>
          <a:ext cx="0" cy="0"/>
          <a:chOff x="0" y="0"/>
          <a:chExt cx="0" cy="0"/>
        </a:xfrm>
      </p:grpSpPr>
      <p:pic>
        <p:nvPicPr>
          <p:cNvPr id="3" name="Picture 2" descr="A screen shot of a computer&#10;&#10;AI-generated content may be incorrect.">
            <a:extLst>
              <a:ext uri="{FF2B5EF4-FFF2-40B4-BE49-F238E27FC236}">
                <a16:creationId xmlns:a16="http://schemas.microsoft.com/office/drawing/2014/main" id="{720EC8BD-491B-C32F-4CD4-9813613D257B}"/>
              </a:ext>
            </a:extLst>
          </p:cNvPr>
          <p:cNvPicPr>
            <a:picLocks noChangeAspect="1"/>
          </p:cNvPicPr>
          <p:nvPr/>
        </p:nvPicPr>
        <p:blipFill>
          <a:blip r:embed="rId3"/>
          <a:stretch>
            <a:fillRect/>
          </a:stretch>
        </p:blipFill>
        <p:spPr>
          <a:xfrm>
            <a:off x="1050660" y="1449659"/>
            <a:ext cx="10090679" cy="3161582"/>
          </a:xfrm>
          <a:prstGeom prst="rect">
            <a:avLst/>
          </a:prstGeom>
        </p:spPr>
      </p:pic>
    </p:spTree>
    <p:extLst>
      <p:ext uri="{BB962C8B-B14F-4D97-AF65-F5344CB8AC3E}">
        <p14:creationId xmlns:p14="http://schemas.microsoft.com/office/powerpoint/2010/main" val="420124045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32DAF-E153-F545-14A4-93B002037C88}"/>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0E240A12-1606-1C87-6499-78ED1D686813}"/>
              </a:ext>
            </a:extLst>
          </p:cNvPr>
          <p:cNvPicPr>
            <a:picLocks noChangeAspect="1"/>
          </p:cNvPicPr>
          <p:nvPr/>
        </p:nvPicPr>
        <p:blipFill>
          <a:blip r:embed="rId3"/>
          <a:stretch>
            <a:fillRect/>
          </a:stretch>
        </p:blipFill>
        <p:spPr>
          <a:xfrm>
            <a:off x="450568" y="552213"/>
            <a:ext cx="11290863" cy="5380235"/>
          </a:xfrm>
          <a:prstGeom prst="rect">
            <a:avLst/>
          </a:prstGeom>
        </p:spPr>
      </p:pic>
    </p:spTree>
    <p:extLst>
      <p:ext uri="{BB962C8B-B14F-4D97-AF65-F5344CB8AC3E}">
        <p14:creationId xmlns:p14="http://schemas.microsoft.com/office/powerpoint/2010/main" val="134508580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6440C-1831-FC2B-637D-8B2879B3B0F8}"/>
            </a:ext>
          </a:extLst>
        </p:cNvPr>
        <p:cNvGrpSpPr/>
        <p:nvPr/>
      </p:nvGrpSpPr>
      <p:grpSpPr>
        <a:xfrm>
          <a:off x="0" y="0"/>
          <a:ext cx="0" cy="0"/>
          <a:chOff x="0" y="0"/>
          <a:chExt cx="0" cy="0"/>
        </a:xfrm>
      </p:grpSpPr>
      <p:pic>
        <p:nvPicPr>
          <p:cNvPr id="3" name="Picture 2" descr="A screenshot of a computer program&#10;&#10;AI-generated content may be incorrect.">
            <a:extLst>
              <a:ext uri="{FF2B5EF4-FFF2-40B4-BE49-F238E27FC236}">
                <a16:creationId xmlns:a16="http://schemas.microsoft.com/office/drawing/2014/main" id="{E81D2402-CD42-324B-566D-7171176FB2D3}"/>
              </a:ext>
            </a:extLst>
          </p:cNvPr>
          <p:cNvPicPr>
            <a:picLocks noChangeAspect="1"/>
          </p:cNvPicPr>
          <p:nvPr/>
        </p:nvPicPr>
        <p:blipFill>
          <a:blip r:embed="rId3"/>
          <a:stretch>
            <a:fillRect/>
          </a:stretch>
        </p:blipFill>
        <p:spPr>
          <a:xfrm>
            <a:off x="1232278" y="392429"/>
            <a:ext cx="9727444" cy="5651531"/>
          </a:xfrm>
          <a:prstGeom prst="rect">
            <a:avLst/>
          </a:prstGeom>
        </p:spPr>
      </p:pic>
    </p:spTree>
    <p:extLst>
      <p:ext uri="{BB962C8B-B14F-4D97-AF65-F5344CB8AC3E}">
        <p14:creationId xmlns:p14="http://schemas.microsoft.com/office/powerpoint/2010/main" val="317534532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FE8F8-C6BD-324A-3098-98D166B9653E}"/>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12AF54A7-8556-2248-CD74-047A2056D610}"/>
              </a:ext>
            </a:extLst>
          </p:cNvPr>
          <p:cNvPicPr>
            <a:picLocks noChangeAspect="1"/>
          </p:cNvPicPr>
          <p:nvPr/>
        </p:nvPicPr>
        <p:blipFill>
          <a:blip r:embed="rId3"/>
          <a:stretch>
            <a:fillRect/>
          </a:stretch>
        </p:blipFill>
        <p:spPr>
          <a:xfrm>
            <a:off x="286323" y="431831"/>
            <a:ext cx="5731510" cy="528066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8F6ED006-94DC-1A49-CA4B-FDEB341FBCB4}"/>
              </a:ext>
            </a:extLst>
          </p:cNvPr>
          <p:cNvPicPr>
            <a:picLocks noChangeAspect="1"/>
          </p:cNvPicPr>
          <p:nvPr/>
        </p:nvPicPr>
        <p:blipFill>
          <a:blip r:embed="rId4"/>
          <a:stretch>
            <a:fillRect/>
          </a:stretch>
        </p:blipFill>
        <p:spPr>
          <a:xfrm>
            <a:off x="6374888" y="431831"/>
            <a:ext cx="5731510" cy="5280660"/>
          </a:xfrm>
          <a:prstGeom prst="rect">
            <a:avLst/>
          </a:prstGeom>
        </p:spPr>
      </p:pic>
    </p:spTree>
    <p:extLst>
      <p:ext uri="{BB962C8B-B14F-4D97-AF65-F5344CB8AC3E}">
        <p14:creationId xmlns:p14="http://schemas.microsoft.com/office/powerpoint/2010/main" val="239485451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22EFADF-FC95-6580-F5DF-365C796274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1780F47-B5B5-57FA-91C5-634FC99C4657}"/>
              </a:ext>
            </a:extLst>
          </p:cNvPr>
          <p:cNvSpPr>
            <a:spLocks noGrp="1"/>
          </p:cNvSpPr>
          <p:nvPr>
            <p:ph type="body" sz="quarter" idx="10"/>
          </p:nvPr>
        </p:nvSpPr>
        <p:spPr/>
        <p:txBody>
          <a:bodyPr/>
          <a:lstStyle/>
          <a:p>
            <a:r>
              <a:rPr lang="en-GB" dirty="0"/>
              <a:t>Activity Flow</a:t>
            </a:r>
          </a:p>
          <a:p>
            <a:endParaRPr lang="en-US" dirty="0"/>
          </a:p>
          <a:p>
            <a:endParaRPr lang="en-US" dirty="0"/>
          </a:p>
        </p:txBody>
      </p:sp>
    </p:spTree>
    <p:extLst>
      <p:ext uri="{BB962C8B-B14F-4D97-AF65-F5344CB8AC3E}">
        <p14:creationId xmlns:p14="http://schemas.microsoft.com/office/powerpoint/2010/main" val="401422585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90B28-33D3-644A-2FD3-18199CAEE24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0936A7C-370C-643C-1575-C9BF29FF3376}"/>
              </a:ext>
            </a:extLst>
          </p:cNvPr>
          <p:cNvSpPr>
            <a:spLocks noGrp="1"/>
          </p:cNvSpPr>
          <p:nvPr>
            <p:ph type="body" sz="quarter" idx="10"/>
          </p:nvPr>
        </p:nvSpPr>
        <p:spPr>
          <a:xfrm>
            <a:off x="591399" y="572679"/>
            <a:ext cx="6594591" cy="864235"/>
          </a:xfrm>
        </p:spPr>
        <p:txBody>
          <a:bodyPr/>
          <a:lstStyle/>
          <a:p>
            <a:r>
              <a:rPr lang="en-US" dirty="0"/>
              <a:t>Activity Flow</a:t>
            </a:r>
          </a:p>
        </p:txBody>
      </p:sp>
      <p:pic>
        <p:nvPicPr>
          <p:cNvPr id="4" name="Picture 3">
            <a:extLst>
              <a:ext uri="{FF2B5EF4-FFF2-40B4-BE49-F238E27FC236}">
                <a16:creationId xmlns:a16="http://schemas.microsoft.com/office/drawing/2014/main" id="{97E45782-7FBA-89BE-7759-7A89C065B98B}"/>
              </a:ext>
            </a:extLst>
          </p:cNvPr>
          <p:cNvPicPr>
            <a:picLocks noChangeAspect="1"/>
          </p:cNvPicPr>
          <p:nvPr/>
        </p:nvPicPr>
        <p:blipFill>
          <a:blip r:embed="rId3"/>
          <a:stretch>
            <a:fillRect/>
          </a:stretch>
        </p:blipFill>
        <p:spPr>
          <a:xfrm>
            <a:off x="0" y="1769149"/>
            <a:ext cx="12192000" cy="3319702"/>
          </a:xfrm>
          <a:prstGeom prst="rect">
            <a:avLst/>
          </a:prstGeom>
        </p:spPr>
      </p:pic>
    </p:spTree>
    <p:extLst>
      <p:ext uri="{BB962C8B-B14F-4D97-AF65-F5344CB8AC3E}">
        <p14:creationId xmlns:p14="http://schemas.microsoft.com/office/powerpoint/2010/main" val="30433913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50000"/>
          </a:schemeClr>
        </a:solidFill>
        <a:effectLst/>
      </p:bgPr>
    </p:bg>
    <p:spTree>
      <p:nvGrpSpPr>
        <p:cNvPr id="1" name="">
          <a:extLst>
            <a:ext uri="{FF2B5EF4-FFF2-40B4-BE49-F238E27FC236}">
              <a16:creationId xmlns:a16="http://schemas.microsoft.com/office/drawing/2014/main" id="{A6EBBCA9-E324-4716-564C-5C36AB6EBE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35014E2-F765-8941-0F33-652F3290D73E}"/>
              </a:ext>
            </a:extLst>
          </p:cNvPr>
          <p:cNvSpPr>
            <a:spLocks noGrp="1"/>
          </p:cNvSpPr>
          <p:nvPr>
            <p:ph type="body" sz="quarter" idx="10"/>
          </p:nvPr>
        </p:nvSpPr>
        <p:spPr/>
        <p:txBody>
          <a:bodyPr/>
          <a:lstStyle/>
          <a:p>
            <a:r>
              <a:rPr lang="en-US" dirty="0"/>
              <a:t>Deployment Challenges and Solutions</a:t>
            </a:r>
          </a:p>
          <a:p>
            <a:endParaRPr lang="en-US" dirty="0"/>
          </a:p>
        </p:txBody>
      </p:sp>
    </p:spTree>
    <p:extLst>
      <p:ext uri="{BB962C8B-B14F-4D97-AF65-F5344CB8AC3E}">
        <p14:creationId xmlns:p14="http://schemas.microsoft.com/office/powerpoint/2010/main" val="95081504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49C1A-D396-C70D-588D-8FEADACB6F7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1718BAF-A596-D641-EF9F-80F8DD2D23CF}"/>
              </a:ext>
            </a:extLst>
          </p:cNvPr>
          <p:cNvSpPr>
            <a:spLocks noGrp="1"/>
          </p:cNvSpPr>
          <p:nvPr>
            <p:ph type="body" sz="quarter" idx="10"/>
          </p:nvPr>
        </p:nvSpPr>
        <p:spPr>
          <a:xfrm>
            <a:off x="591399" y="572679"/>
            <a:ext cx="6594591" cy="864235"/>
          </a:xfrm>
        </p:spPr>
        <p:txBody>
          <a:bodyPr/>
          <a:lstStyle/>
          <a:p>
            <a:r>
              <a:rPr lang="en-US" dirty="0"/>
              <a:t>Challenges</a:t>
            </a:r>
          </a:p>
        </p:txBody>
      </p:sp>
      <p:sp>
        <p:nvSpPr>
          <p:cNvPr id="4" name="Text Placeholder 3">
            <a:extLst>
              <a:ext uri="{FF2B5EF4-FFF2-40B4-BE49-F238E27FC236}">
                <a16:creationId xmlns:a16="http://schemas.microsoft.com/office/drawing/2014/main" id="{AA137F38-538E-8379-0C8C-31171ED1B928}"/>
              </a:ext>
            </a:extLst>
          </p:cNvPr>
          <p:cNvSpPr>
            <a:spLocks noGrp="1"/>
          </p:cNvSpPr>
          <p:nvPr>
            <p:ph type="body" sz="quarter" idx="12"/>
          </p:nvPr>
        </p:nvSpPr>
        <p:spPr>
          <a:xfrm>
            <a:off x="591399" y="1238583"/>
            <a:ext cx="7482083" cy="4571202"/>
          </a:xfrm>
        </p:spPr>
        <p:txBody>
          <a:bodyPr/>
          <a:lstStyle/>
          <a:p>
            <a:pPr>
              <a:spcBef>
                <a:spcPts val="2500"/>
              </a:spcBef>
            </a:pPr>
            <a:r>
              <a:rPr lang="en-US" b="1" dirty="0"/>
              <a:t>Infrastructure Drift</a:t>
            </a:r>
          </a:p>
          <a:p>
            <a:pPr marL="0" lvl="1" indent="0">
              <a:buNone/>
            </a:pPr>
            <a:r>
              <a:rPr lang="en-US" sz="2000" dirty="0"/>
              <a:t>Managing the sync between manual AWS Console changes and the local Terraform state file to prevent overwrites.</a:t>
            </a:r>
            <a:br>
              <a:rPr lang="en-US" sz="2000" dirty="0"/>
            </a:br>
            <a:endParaRPr lang="en-US" sz="2000" dirty="0"/>
          </a:p>
          <a:p>
            <a:pPr marL="0" lvl="1" indent="0">
              <a:buNone/>
            </a:pPr>
            <a:endParaRPr lang="en-US" sz="2000" dirty="0"/>
          </a:p>
          <a:p>
            <a:pPr marL="0" lvl="1" indent="0">
              <a:buNone/>
            </a:pPr>
            <a:r>
              <a:rPr lang="en-US" sz="2000" dirty="0"/>
              <a:t>Overcoming it:</a:t>
            </a:r>
            <a:br>
              <a:rPr lang="en-US" sz="2000" dirty="0"/>
            </a:br>
            <a:r>
              <a:rPr lang="en-US" sz="2000" dirty="0"/>
              <a:t>Modified it on the Terraform local copy as it is the master copy which when ran, Terraform triggers the resource activation and utilization in AWS.</a:t>
            </a:r>
          </a:p>
        </p:txBody>
      </p:sp>
      <p:pic>
        <p:nvPicPr>
          <p:cNvPr id="7" name="Picture Placeholder 6">
            <a:extLst>
              <a:ext uri="{FF2B5EF4-FFF2-40B4-BE49-F238E27FC236}">
                <a16:creationId xmlns:a16="http://schemas.microsoft.com/office/drawing/2014/main" id="{1A21CE75-2002-710C-3EBA-63118029E7F3}"/>
              </a:ext>
            </a:extLst>
          </p:cNvPr>
          <p:cNvPicPr>
            <a:picLocks noGrp="1" noChangeAspect="1"/>
          </p:cNvPicPr>
          <p:nvPr>
            <p:ph type="pic" sz="quarter" idx="13"/>
          </p:nvPr>
        </p:nvPicPr>
        <p:blipFill>
          <a:blip r:embed="rId3" cstate="email">
            <a:duotone>
              <a:schemeClr val="accent6">
                <a:shade val="45000"/>
                <a:satMod val="135000"/>
              </a:schemeClr>
              <a:prstClr val="white"/>
            </a:duotone>
            <a:extLst>
              <a:ext uri="{28A0092B-C50C-407E-A947-70E740481C1C}">
                <a14:useLocalDpi xmlns:a14="http://schemas.microsoft.com/office/drawing/2010/main" val="0"/>
              </a:ext>
            </a:extLst>
          </a:blip>
          <a:srcRect l="32689" r="32689"/>
          <a:stretch>
            <a:fillRect/>
          </a:stretch>
        </p:blipFill>
        <p:spPr>
          <a:xfrm>
            <a:off x="8387111" y="709643"/>
            <a:ext cx="3347305" cy="5438714"/>
          </a:xfrm>
        </p:spPr>
      </p:pic>
    </p:spTree>
    <p:extLst>
      <p:ext uri="{BB962C8B-B14F-4D97-AF65-F5344CB8AC3E}">
        <p14:creationId xmlns:p14="http://schemas.microsoft.com/office/powerpoint/2010/main" val="184841687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029BA-EA69-88EA-823A-C99F21655C2F}"/>
            </a:ext>
          </a:extLst>
        </p:cNvPr>
        <p:cNvGrpSpPr/>
        <p:nvPr/>
      </p:nvGrpSpPr>
      <p:grpSpPr>
        <a:xfrm>
          <a:off x="0" y="0"/>
          <a:ext cx="0" cy="0"/>
          <a:chOff x="0" y="0"/>
          <a:chExt cx="0" cy="0"/>
        </a:xfrm>
      </p:grpSpPr>
      <p:pic>
        <p:nvPicPr>
          <p:cNvPr id="3" name="Picture 2" descr="A computer screen shot of a program code&#10;&#10;AI-generated content may be incorrect.">
            <a:extLst>
              <a:ext uri="{FF2B5EF4-FFF2-40B4-BE49-F238E27FC236}">
                <a16:creationId xmlns:a16="http://schemas.microsoft.com/office/drawing/2014/main" id="{34E0F240-5085-57B4-BAA0-5694C053161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7903" y="3617766"/>
            <a:ext cx="5731510" cy="2098040"/>
          </a:xfrm>
          <a:prstGeom prst="rect">
            <a:avLst/>
          </a:prstGeom>
        </p:spPr>
      </p:pic>
      <p:pic>
        <p:nvPicPr>
          <p:cNvPr id="4" name="Picture 3" descr="A computer screen shot of a program code&#10;&#10;AI-generated content may be incorrect.">
            <a:extLst>
              <a:ext uri="{FF2B5EF4-FFF2-40B4-BE49-F238E27FC236}">
                <a16:creationId xmlns:a16="http://schemas.microsoft.com/office/drawing/2014/main" id="{DE5AC55A-E619-8EA8-6116-7A4631CE5E75}"/>
              </a:ext>
            </a:extLst>
          </p:cNvPr>
          <p:cNvPicPr>
            <a:picLocks noChangeAspect="1"/>
          </p:cNvPicPr>
          <p:nvPr/>
        </p:nvPicPr>
        <p:blipFill>
          <a:blip r:embed="rId4"/>
          <a:stretch>
            <a:fillRect/>
          </a:stretch>
        </p:blipFill>
        <p:spPr>
          <a:xfrm>
            <a:off x="6185319" y="2487295"/>
            <a:ext cx="5731510" cy="1883410"/>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11C3D020-40F8-7255-DA6D-332576240F10}"/>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07903" y="1043770"/>
            <a:ext cx="5731510" cy="2196465"/>
          </a:xfrm>
          <a:prstGeom prst="rect">
            <a:avLst/>
          </a:prstGeom>
        </p:spPr>
      </p:pic>
    </p:spTree>
    <p:extLst>
      <p:ext uri="{BB962C8B-B14F-4D97-AF65-F5344CB8AC3E}">
        <p14:creationId xmlns:p14="http://schemas.microsoft.com/office/powerpoint/2010/main" val="245898853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74FD-FBF7-89E2-9D54-0E7D609E80A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CDAE1C6-598D-1F16-DFB7-97F1B1FCD984}"/>
              </a:ext>
            </a:extLst>
          </p:cNvPr>
          <p:cNvSpPr>
            <a:spLocks noGrp="1"/>
          </p:cNvSpPr>
          <p:nvPr>
            <p:ph type="body" sz="quarter" idx="10"/>
          </p:nvPr>
        </p:nvSpPr>
        <p:spPr>
          <a:xfrm>
            <a:off x="591399" y="572679"/>
            <a:ext cx="6594591" cy="864235"/>
          </a:xfrm>
        </p:spPr>
        <p:txBody>
          <a:bodyPr/>
          <a:lstStyle/>
          <a:p>
            <a:r>
              <a:rPr lang="en-US" dirty="0"/>
              <a:t>Challenges</a:t>
            </a:r>
          </a:p>
        </p:txBody>
      </p:sp>
      <p:sp>
        <p:nvSpPr>
          <p:cNvPr id="4" name="Text Placeholder 3">
            <a:extLst>
              <a:ext uri="{FF2B5EF4-FFF2-40B4-BE49-F238E27FC236}">
                <a16:creationId xmlns:a16="http://schemas.microsoft.com/office/drawing/2014/main" id="{DC9C9155-B0CC-A57F-4B5E-A11AD8C1E934}"/>
              </a:ext>
            </a:extLst>
          </p:cNvPr>
          <p:cNvSpPr>
            <a:spLocks noGrp="1"/>
          </p:cNvSpPr>
          <p:nvPr>
            <p:ph type="body" sz="quarter" idx="12"/>
          </p:nvPr>
        </p:nvSpPr>
        <p:spPr>
          <a:xfrm>
            <a:off x="591399" y="1238583"/>
            <a:ext cx="7482083" cy="4571202"/>
          </a:xfrm>
        </p:spPr>
        <p:txBody>
          <a:bodyPr/>
          <a:lstStyle/>
          <a:p>
            <a:pPr>
              <a:spcBef>
                <a:spcPts val="2500"/>
              </a:spcBef>
            </a:pPr>
            <a:r>
              <a:rPr lang="en-US" b="1" dirty="0"/>
              <a:t>Network Security</a:t>
            </a:r>
          </a:p>
          <a:p>
            <a:pPr marL="0" lvl="1" indent="0">
              <a:buNone/>
            </a:pPr>
            <a:r>
              <a:rPr lang="en-US" sz="2000" dirty="0"/>
              <a:t>SSL verifications failed due to the firewall and corporate proxy restrictions during the CLI operations.</a:t>
            </a:r>
          </a:p>
          <a:p>
            <a:pPr marL="0" lvl="1" indent="0">
              <a:buNone/>
            </a:pPr>
            <a:endParaRPr lang="en-US" sz="2000" dirty="0"/>
          </a:p>
          <a:p>
            <a:pPr marL="0" lvl="1" indent="0">
              <a:buNone/>
            </a:pPr>
            <a:r>
              <a:rPr lang="en-US" sz="2000" dirty="0"/>
              <a:t>Overcoming it:</a:t>
            </a:r>
            <a:br>
              <a:rPr lang="en-US" sz="2000" dirty="0"/>
            </a:br>
            <a:r>
              <a:rPr lang="en-US" sz="2000" dirty="0"/>
              <a:t>Had to run the ignore the SSL verification for application uploading, which does open the payload to attack from external sources. Mainly done so for testing purposes.</a:t>
            </a:r>
          </a:p>
        </p:txBody>
      </p:sp>
      <p:pic>
        <p:nvPicPr>
          <p:cNvPr id="7" name="Picture Placeholder 6">
            <a:extLst>
              <a:ext uri="{FF2B5EF4-FFF2-40B4-BE49-F238E27FC236}">
                <a16:creationId xmlns:a16="http://schemas.microsoft.com/office/drawing/2014/main" id="{8384F4AA-3B73-F147-E07A-0F36F3AA7307}"/>
              </a:ext>
            </a:extLst>
          </p:cNvPr>
          <p:cNvPicPr>
            <a:picLocks noGrp="1" noChangeAspect="1"/>
          </p:cNvPicPr>
          <p:nvPr>
            <p:ph type="pic" sz="quarter" idx="13"/>
          </p:nvPr>
        </p:nvPicPr>
        <p:blipFill>
          <a:blip r:embed="rId3" cstate="email">
            <a:duotone>
              <a:schemeClr val="accent6">
                <a:shade val="45000"/>
                <a:satMod val="135000"/>
              </a:schemeClr>
              <a:prstClr val="white"/>
            </a:duotone>
            <a:extLst>
              <a:ext uri="{28A0092B-C50C-407E-A947-70E740481C1C}">
                <a14:useLocalDpi xmlns:a14="http://schemas.microsoft.com/office/drawing/2010/main" val="0"/>
              </a:ext>
            </a:extLst>
          </a:blip>
          <a:srcRect l="32689" r="32689"/>
          <a:stretch>
            <a:fillRect/>
          </a:stretch>
        </p:blipFill>
        <p:spPr>
          <a:xfrm>
            <a:off x="8387111" y="709643"/>
            <a:ext cx="3347305" cy="5438714"/>
          </a:xfrm>
        </p:spPr>
      </p:pic>
    </p:spTree>
    <p:extLst>
      <p:ext uri="{BB962C8B-B14F-4D97-AF65-F5344CB8AC3E}">
        <p14:creationId xmlns:p14="http://schemas.microsoft.com/office/powerpoint/2010/main" val="167796166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A9B7B-2EB6-3E14-117D-7EC4655FAE49}"/>
            </a:ext>
          </a:extLst>
        </p:cNvPr>
        <p:cNvGrpSpPr/>
        <p:nvPr/>
      </p:nvGrpSpPr>
      <p:grpSpPr>
        <a:xfrm>
          <a:off x="0" y="0"/>
          <a:ext cx="0" cy="0"/>
          <a:chOff x="0" y="0"/>
          <a:chExt cx="0" cy="0"/>
        </a:xfrm>
      </p:grpSpPr>
      <p:pic>
        <p:nvPicPr>
          <p:cNvPr id="3" name="Picture 2" descr="A screen shot of a computer&#10;&#10;AI-generated content may be incorrect.">
            <a:extLst>
              <a:ext uri="{FF2B5EF4-FFF2-40B4-BE49-F238E27FC236}">
                <a16:creationId xmlns:a16="http://schemas.microsoft.com/office/drawing/2014/main" id="{000DDDF9-2238-3DBC-A1F7-2E35AFD77A1C}"/>
              </a:ext>
            </a:extLst>
          </p:cNvPr>
          <p:cNvPicPr>
            <a:picLocks noChangeAspect="1"/>
          </p:cNvPicPr>
          <p:nvPr/>
        </p:nvPicPr>
        <p:blipFill>
          <a:blip r:embed="rId3"/>
          <a:stretch>
            <a:fillRect/>
          </a:stretch>
        </p:blipFill>
        <p:spPr>
          <a:xfrm>
            <a:off x="0" y="1135311"/>
            <a:ext cx="12192000" cy="3448502"/>
          </a:xfrm>
          <a:prstGeom prst="rect">
            <a:avLst/>
          </a:prstGeom>
        </p:spPr>
      </p:pic>
    </p:spTree>
    <p:extLst>
      <p:ext uri="{BB962C8B-B14F-4D97-AF65-F5344CB8AC3E}">
        <p14:creationId xmlns:p14="http://schemas.microsoft.com/office/powerpoint/2010/main" val="427898800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88A637BC-D392-C563-D29C-83C6D5A103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A3B4F7B-4365-40AE-8E6B-098D3DC8498D}"/>
              </a:ext>
            </a:extLst>
          </p:cNvPr>
          <p:cNvSpPr>
            <a:spLocks noGrp="1"/>
          </p:cNvSpPr>
          <p:nvPr>
            <p:ph type="body" sz="quarter" idx="10"/>
          </p:nvPr>
        </p:nvSpPr>
        <p:spPr/>
        <p:txBody>
          <a:bodyPr/>
          <a:lstStyle/>
          <a:p>
            <a:r>
              <a:rPr lang="en-US" dirty="0"/>
              <a:t>Learning &amp; Takeaways</a:t>
            </a:r>
          </a:p>
        </p:txBody>
      </p:sp>
    </p:spTree>
    <p:extLst>
      <p:ext uri="{BB962C8B-B14F-4D97-AF65-F5344CB8AC3E}">
        <p14:creationId xmlns:p14="http://schemas.microsoft.com/office/powerpoint/2010/main" val="33938677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063E5-E4E9-C2D8-F3EC-5BDFF84B795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ECA3D10-AC5C-3A7B-2BBB-67AAF63FBDBF}"/>
              </a:ext>
            </a:extLst>
          </p:cNvPr>
          <p:cNvSpPr>
            <a:spLocks noGrp="1"/>
          </p:cNvSpPr>
          <p:nvPr>
            <p:ph type="body" sz="quarter" idx="10"/>
          </p:nvPr>
        </p:nvSpPr>
        <p:spPr>
          <a:xfrm>
            <a:off x="591399" y="572679"/>
            <a:ext cx="7256235" cy="982989"/>
          </a:xfrm>
        </p:spPr>
        <p:txBody>
          <a:bodyPr/>
          <a:lstStyle/>
          <a:p>
            <a:r>
              <a:rPr lang="en-US" dirty="0"/>
              <a:t>Learning &amp; Takeaways</a:t>
            </a:r>
          </a:p>
        </p:txBody>
      </p:sp>
      <p:graphicFrame>
        <p:nvGraphicFramePr>
          <p:cNvPr id="3" name="Content Placeholder 4">
            <a:extLst>
              <a:ext uri="{FF2B5EF4-FFF2-40B4-BE49-F238E27FC236}">
                <a16:creationId xmlns:a16="http://schemas.microsoft.com/office/drawing/2014/main" id="{98A8C28E-7E7F-AE04-2731-2CE744F0D32F}"/>
              </a:ext>
            </a:extLst>
          </p:cNvPr>
          <p:cNvGraphicFramePr>
            <a:graphicFrameLocks/>
          </p:cNvGraphicFramePr>
          <p:nvPr>
            <p:extLst>
              <p:ext uri="{D42A27DB-BD31-4B8C-83A1-F6EECF244321}">
                <p14:modId xmlns:p14="http://schemas.microsoft.com/office/powerpoint/2010/main" val="756493351"/>
              </p:ext>
            </p:extLst>
          </p:nvPr>
        </p:nvGraphicFramePr>
        <p:xfrm>
          <a:off x="591399" y="1362825"/>
          <a:ext cx="10963658" cy="5257776"/>
        </p:xfrm>
        <a:graphic>
          <a:graphicData uri="http://schemas.openxmlformats.org/drawingml/2006/table">
            <a:tbl>
              <a:tblPr firstRow="1" bandRow="1">
                <a:tableStyleId>{073A0DAA-6AF3-43AB-8588-CEC1D06C72B9}</a:tableStyleId>
              </a:tblPr>
              <a:tblGrid>
                <a:gridCol w="3098076">
                  <a:extLst>
                    <a:ext uri="{9D8B030D-6E8A-4147-A177-3AD203B41FA5}">
                      <a16:colId xmlns:a16="http://schemas.microsoft.com/office/drawing/2014/main" val="3567873732"/>
                    </a:ext>
                  </a:extLst>
                </a:gridCol>
                <a:gridCol w="3954863">
                  <a:extLst>
                    <a:ext uri="{9D8B030D-6E8A-4147-A177-3AD203B41FA5}">
                      <a16:colId xmlns:a16="http://schemas.microsoft.com/office/drawing/2014/main" val="710129141"/>
                    </a:ext>
                  </a:extLst>
                </a:gridCol>
                <a:gridCol w="3910719">
                  <a:extLst>
                    <a:ext uri="{9D8B030D-6E8A-4147-A177-3AD203B41FA5}">
                      <a16:colId xmlns:a16="http://schemas.microsoft.com/office/drawing/2014/main" val="3699978349"/>
                    </a:ext>
                  </a:extLst>
                </a:gridCol>
              </a:tblGrid>
              <a:tr h="925752">
                <a:tc>
                  <a:txBody>
                    <a:bodyPr/>
                    <a:lstStyle/>
                    <a:p>
                      <a:pPr>
                        <a:buNone/>
                      </a:pPr>
                      <a:r>
                        <a:rPr lang="en-US" sz="2000" b="1" cap="all" spc="150">
                          <a:solidFill>
                            <a:schemeClr val="tx1"/>
                          </a:solidFill>
                        </a:rPr>
                        <a:t>Area</a:t>
                      </a:r>
                    </a:p>
                  </a:txBody>
                  <a:tcPr marL="173364" marR="173364" marT="173364" marB="173364" anchor="ctr"/>
                </a:tc>
                <a:tc>
                  <a:txBody>
                    <a:bodyPr/>
                    <a:lstStyle/>
                    <a:p>
                      <a:pPr>
                        <a:buNone/>
                      </a:pPr>
                      <a:r>
                        <a:rPr lang="en-US" sz="2000" b="1" cap="all" spc="150">
                          <a:solidFill>
                            <a:schemeClr val="tx1"/>
                          </a:solidFill>
                        </a:rPr>
                        <a:t>What I Learned</a:t>
                      </a:r>
                    </a:p>
                  </a:txBody>
                  <a:tcPr marL="173364" marR="173364" marT="173364" marB="173364" anchor="ctr"/>
                </a:tc>
                <a:tc>
                  <a:txBody>
                    <a:bodyPr/>
                    <a:lstStyle/>
                    <a:p>
                      <a:pPr>
                        <a:buNone/>
                      </a:pPr>
                      <a:r>
                        <a:rPr lang="en-US" sz="2000" b="1" cap="all" spc="150">
                          <a:solidFill>
                            <a:schemeClr val="tx1"/>
                          </a:solidFill>
                        </a:rPr>
                        <a:t>Impact</a:t>
                      </a:r>
                    </a:p>
                  </a:txBody>
                  <a:tcPr marL="173364" marR="173364" marT="173364" marB="173364" anchor="ctr"/>
                </a:tc>
                <a:extLst>
                  <a:ext uri="{0D108BD9-81ED-4DB2-BD59-A6C34878D82A}">
                    <a16:rowId xmlns:a16="http://schemas.microsoft.com/office/drawing/2014/main" val="2684307114"/>
                  </a:ext>
                </a:extLst>
              </a:tr>
              <a:tr h="1180079">
                <a:tc>
                  <a:txBody>
                    <a:bodyPr/>
                    <a:lstStyle/>
                    <a:p>
                      <a:pPr>
                        <a:buNone/>
                      </a:pPr>
                      <a:r>
                        <a:rPr lang="en-US" sz="1600" b="1" cap="none" spc="0" dirty="0">
                          <a:solidFill>
                            <a:schemeClr val="tx1"/>
                          </a:solidFill>
                        </a:rPr>
                        <a:t>Infrastructure as Code</a:t>
                      </a:r>
                    </a:p>
                  </a:txBody>
                  <a:tcPr marL="173364" marR="173364" marT="173364" marB="173364" anchor="ctr">
                    <a:solidFill>
                      <a:schemeClr val="bg2">
                        <a:lumMod val="90000"/>
                        <a:lumOff val="10000"/>
                      </a:schemeClr>
                    </a:solidFill>
                  </a:tcPr>
                </a:tc>
                <a:tc>
                  <a:txBody>
                    <a:bodyPr/>
                    <a:lstStyle/>
                    <a:p>
                      <a:pPr>
                        <a:buNone/>
                      </a:pPr>
                      <a:r>
                        <a:rPr lang="en-US" sz="1800" b="0" i="0" kern="1200" dirty="0">
                          <a:solidFill>
                            <a:schemeClr val="tx1"/>
                          </a:solidFill>
                          <a:effectLst/>
                          <a:latin typeface="+mn-lt"/>
                          <a:ea typeface="+mn-ea"/>
                          <a:cs typeface="+mn-cs"/>
                        </a:rPr>
                        <a:t>Cloud resources should be defined in code (Terraform) rather than created manually, ensuring consistent configuration.</a:t>
                      </a:r>
                      <a:endParaRPr lang="en-US" sz="1600" cap="none" spc="0" dirty="0">
                        <a:solidFill>
                          <a:schemeClr val="tx1"/>
                        </a:solidFill>
                      </a:endParaRPr>
                    </a:p>
                  </a:txBody>
                  <a:tcPr marL="173364" marR="173364" marT="173364" marB="173364" anchor="ctr">
                    <a:solidFill>
                      <a:schemeClr val="tx2">
                        <a:lumMod val="50000"/>
                      </a:schemeClr>
                    </a:solidFill>
                  </a:tcPr>
                </a:tc>
                <a:tc>
                  <a:txBody>
                    <a:bodyPr/>
                    <a:lstStyle/>
                    <a:p>
                      <a:pPr>
                        <a:buNone/>
                      </a:pPr>
                      <a:r>
                        <a:rPr lang="en-US" sz="1800" b="0" i="0" kern="1200" dirty="0">
                          <a:solidFill>
                            <a:schemeClr val="tx1"/>
                          </a:solidFill>
                          <a:effectLst/>
                          <a:latin typeface="+mn-lt"/>
                          <a:ea typeface="+mn-ea"/>
                          <a:cs typeface="+mn-cs"/>
                        </a:rPr>
                        <a:t>Eliminated "</a:t>
                      </a:r>
                      <a:r>
                        <a:rPr lang="en-US" sz="1800" b="0" i="0" kern="1200" dirty="0" err="1">
                          <a:solidFill>
                            <a:schemeClr val="tx1"/>
                          </a:solidFill>
                          <a:effectLst/>
                          <a:latin typeface="+mn-lt"/>
                          <a:ea typeface="+mn-ea"/>
                          <a:cs typeface="+mn-cs"/>
                        </a:rPr>
                        <a:t>ClickOps</a:t>
                      </a:r>
                      <a:r>
                        <a:rPr lang="en-US" sz="1800" b="0" i="0" kern="1200" dirty="0">
                          <a:solidFill>
                            <a:schemeClr val="tx1"/>
                          </a:solidFill>
                          <a:effectLst/>
                          <a:latin typeface="+mn-lt"/>
                          <a:ea typeface="+mn-ea"/>
                          <a:cs typeface="+mn-cs"/>
                        </a:rPr>
                        <a:t>" and enabled reproducible deployments across environments.</a:t>
                      </a:r>
                      <a:endParaRPr lang="en-US" sz="1600" cap="none" spc="0" dirty="0">
                        <a:solidFill>
                          <a:schemeClr val="tx1"/>
                        </a:solidFill>
                      </a:endParaRPr>
                    </a:p>
                  </a:txBody>
                  <a:tcPr marL="173364" marR="173364" marT="173364" marB="173364" anchor="ctr">
                    <a:solidFill>
                      <a:schemeClr val="accent2">
                        <a:lumMod val="50000"/>
                      </a:schemeClr>
                    </a:solidFill>
                  </a:tcPr>
                </a:tc>
                <a:extLst>
                  <a:ext uri="{0D108BD9-81ED-4DB2-BD59-A6C34878D82A}">
                    <a16:rowId xmlns:a16="http://schemas.microsoft.com/office/drawing/2014/main" val="1401819265"/>
                  </a:ext>
                </a:extLst>
              </a:tr>
              <a:tr h="1180079">
                <a:tc>
                  <a:txBody>
                    <a:bodyPr/>
                    <a:lstStyle/>
                    <a:p>
                      <a:pPr>
                        <a:buNone/>
                      </a:pPr>
                      <a:r>
                        <a:rPr lang="en-US" sz="1600" b="1" cap="none" spc="0" dirty="0">
                          <a:solidFill>
                            <a:schemeClr val="tx1"/>
                          </a:solidFill>
                        </a:rPr>
                        <a:t>Vibe Coding</a:t>
                      </a:r>
                    </a:p>
                  </a:txBody>
                  <a:tcPr marL="173364" marR="173364" marT="173364" marB="173364" anchor="ctr">
                    <a:solidFill>
                      <a:schemeClr val="bg2">
                        <a:lumMod val="90000"/>
                        <a:lumOff val="10000"/>
                      </a:schemeClr>
                    </a:solidFill>
                  </a:tcPr>
                </a:tc>
                <a:tc>
                  <a:txBody>
                    <a:bodyPr/>
                    <a:lstStyle/>
                    <a:p>
                      <a:pPr>
                        <a:buNone/>
                      </a:pPr>
                      <a:r>
                        <a:rPr lang="en-US" sz="1800" b="0" i="0" kern="1200" dirty="0">
                          <a:solidFill>
                            <a:schemeClr val="tx1"/>
                          </a:solidFill>
                          <a:effectLst/>
                          <a:latin typeface="+mn-lt"/>
                          <a:ea typeface="+mn-ea"/>
                          <a:cs typeface="+mn-cs"/>
                        </a:rPr>
                        <a:t>Leveraging AI to handle implementation details ("The How") allows me to focus purely on Architecture and Logic ("The What").</a:t>
                      </a:r>
                      <a:endParaRPr lang="en-US" sz="1600" cap="none" spc="0" dirty="0">
                        <a:solidFill>
                          <a:schemeClr val="tx1"/>
                        </a:solidFill>
                      </a:endParaRPr>
                    </a:p>
                  </a:txBody>
                  <a:tcPr marL="173364" marR="173364" marT="173364" marB="173364" anchor="ctr">
                    <a:solidFill>
                      <a:schemeClr val="tx2">
                        <a:lumMod val="50000"/>
                      </a:schemeClr>
                    </a:solidFill>
                  </a:tcPr>
                </a:tc>
                <a:tc>
                  <a:txBody>
                    <a:bodyPr/>
                    <a:lstStyle/>
                    <a:p>
                      <a:pPr>
                        <a:buNone/>
                      </a:pPr>
                      <a:r>
                        <a:rPr lang="en-US" sz="1800" b="0" i="0" kern="1200" dirty="0">
                          <a:solidFill>
                            <a:schemeClr val="tx1"/>
                          </a:solidFill>
                          <a:effectLst/>
                          <a:latin typeface="+mn-lt"/>
                          <a:ea typeface="+mn-ea"/>
                          <a:cs typeface="+mn-cs"/>
                        </a:rPr>
                        <a:t>Accelerated development velocity from days to hours for full-stack prototypes.</a:t>
                      </a:r>
                      <a:endParaRPr lang="en-US" sz="1600" cap="none" spc="0" dirty="0">
                        <a:solidFill>
                          <a:schemeClr val="tx1"/>
                        </a:solidFill>
                      </a:endParaRPr>
                    </a:p>
                  </a:txBody>
                  <a:tcPr marL="173364" marR="173364" marT="173364" marB="173364" anchor="ctr">
                    <a:solidFill>
                      <a:schemeClr val="accent2">
                        <a:lumMod val="50000"/>
                      </a:schemeClr>
                    </a:solidFill>
                  </a:tcPr>
                </a:tc>
                <a:extLst>
                  <a:ext uri="{0D108BD9-81ED-4DB2-BD59-A6C34878D82A}">
                    <a16:rowId xmlns:a16="http://schemas.microsoft.com/office/drawing/2014/main" val="439704887"/>
                  </a:ext>
                </a:extLst>
              </a:tr>
              <a:tr h="1180079">
                <a:tc>
                  <a:txBody>
                    <a:bodyPr/>
                    <a:lstStyle/>
                    <a:p>
                      <a:pPr>
                        <a:buNone/>
                      </a:pPr>
                      <a:r>
                        <a:rPr lang="en-US" sz="1600" b="1" cap="none" spc="0" dirty="0">
                          <a:solidFill>
                            <a:schemeClr val="tx1"/>
                          </a:solidFill>
                        </a:rPr>
                        <a:t>Security First</a:t>
                      </a:r>
                    </a:p>
                  </a:txBody>
                  <a:tcPr marL="173364" marR="173364" marT="173364" marB="173364" anchor="ctr">
                    <a:solidFill>
                      <a:schemeClr val="bg2">
                        <a:lumMod val="90000"/>
                        <a:lumOff val="10000"/>
                      </a:schemeClr>
                    </a:solidFill>
                  </a:tcPr>
                </a:tc>
                <a:tc>
                  <a:txBody>
                    <a:bodyPr/>
                    <a:lstStyle/>
                    <a:p>
                      <a:pPr>
                        <a:buNone/>
                      </a:pPr>
                      <a:r>
                        <a:rPr lang="en-US" sz="1800" b="0" i="0" kern="1200" dirty="0">
                          <a:solidFill>
                            <a:schemeClr val="tx1"/>
                          </a:solidFill>
                          <a:effectLst/>
                          <a:latin typeface="+mn-lt"/>
                          <a:ea typeface="+mn-ea"/>
                          <a:cs typeface="+mn-cs"/>
                        </a:rPr>
                        <a:t>Security features like Input Validation and Throttling must be baked into the infrastructure layer, not just the app logic.</a:t>
                      </a:r>
                      <a:endParaRPr lang="en-US" sz="1600" cap="none" spc="0" dirty="0">
                        <a:solidFill>
                          <a:schemeClr val="tx1"/>
                        </a:solidFill>
                      </a:endParaRPr>
                    </a:p>
                  </a:txBody>
                  <a:tcPr marL="173364" marR="173364" marT="173364" marB="173364" anchor="ctr">
                    <a:solidFill>
                      <a:schemeClr val="tx2">
                        <a:lumMod val="50000"/>
                      </a:schemeClr>
                    </a:solidFill>
                  </a:tcPr>
                </a:tc>
                <a:tc>
                  <a:txBody>
                    <a:bodyPr/>
                    <a:lstStyle/>
                    <a:p>
                      <a:pPr>
                        <a:buNone/>
                      </a:pPr>
                      <a:r>
                        <a:rPr lang="en-US" sz="1800" b="0" i="0" kern="1200" dirty="0">
                          <a:solidFill>
                            <a:schemeClr val="tx1"/>
                          </a:solidFill>
                          <a:effectLst/>
                          <a:latin typeface="+mn-lt"/>
                          <a:ea typeface="+mn-ea"/>
                          <a:cs typeface="+mn-cs"/>
                        </a:rPr>
                        <a:t>Prevented API abuse and ensured robust error handling from Day 1.</a:t>
                      </a:r>
                      <a:endParaRPr lang="en-US" sz="1600" cap="none" spc="0" dirty="0">
                        <a:solidFill>
                          <a:schemeClr val="tx1"/>
                        </a:solidFill>
                      </a:endParaRPr>
                    </a:p>
                  </a:txBody>
                  <a:tcPr marL="173364" marR="173364" marT="173364" marB="173364" anchor="ctr">
                    <a:solidFill>
                      <a:schemeClr val="accent2">
                        <a:lumMod val="50000"/>
                      </a:schemeClr>
                    </a:solidFill>
                  </a:tcPr>
                </a:tc>
                <a:extLst>
                  <a:ext uri="{0D108BD9-81ED-4DB2-BD59-A6C34878D82A}">
                    <a16:rowId xmlns:a16="http://schemas.microsoft.com/office/drawing/2014/main" val="3632227238"/>
                  </a:ext>
                </a:extLst>
              </a:tr>
            </a:tbl>
          </a:graphicData>
        </a:graphic>
      </p:graphicFrame>
    </p:spTree>
    <p:extLst>
      <p:ext uri="{BB962C8B-B14F-4D97-AF65-F5344CB8AC3E}">
        <p14:creationId xmlns:p14="http://schemas.microsoft.com/office/powerpoint/2010/main" val="65211360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237D17-E437-DD46-AE33-64FC08A15971}"/>
              </a:ext>
            </a:extLst>
          </p:cNvPr>
          <p:cNvSpPr>
            <a:spLocks noGrp="1"/>
          </p:cNvSpPr>
          <p:nvPr>
            <p:ph type="body" sz="quarter" idx="10"/>
          </p:nvPr>
        </p:nvSpPr>
        <p:spPr/>
        <p:txBody>
          <a:bodyPr/>
          <a:lstStyle/>
          <a:p>
            <a:r>
              <a:rPr lang="en-GB" dirty="0"/>
              <a:t>Summary and Recommendations</a:t>
            </a:r>
          </a:p>
          <a:p>
            <a:endParaRPr lang="en-US" dirty="0"/>
          </a:p>
        </p:txBody>
      </p:sp>
    </p:spTree>
    <p:extLst>
      <p:ext uri="{BB962C8B-B14F-4D97-AF65-F5344CB8AC3E}">
        <p14:creationId xmlns:p14="http://schemas.microsoft.com/office/powerpoint/2010/main" val="256893084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a:xfrm>
            <a:off x="591399" y="572679"/>
            <a:ext cx="7256235" cy="982989"/>
          </a:xfrm>
        </p:spPr>
        <p:txBody>
          <a:bodyPr/>
          <a:lstStyle/>
          <a:p>
            <a:r>
              <a:rPr lang="en-US" dirty="0"/>
              <a:t>Summary</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2"/>
          </p:nvPr>
        </p:nvSpPr>
        <p:spPr>
          <a:xfrm>
            <a:off x="591401" y="1555668"/>
            <a:ext cx="11173136" cy="4729653"/>
          </a:xfrm>
        </p:spPr>
        <p:txBody>
          <a:bodyPr/>
          <a:lstStyle/>
          <a:p>
            <a:pPr fontAlgn="base"/>
            <a:r>
              <a:rPr lang="en-US" b="1" dirty="0"/>
              <a:t>Full-Stack AWS Deployment</a:t>
            </a:r>
            <a:endParaRPr lang="en-US" dirty="0"/>
          </a:p>
          <a:p>
            <a:r>
              <a:rPr lang="en-US" dirty="0"/>
              <a:t>Successfully integrated a Python Lambda Backend with a modern React Frontend hosted on S3, demonstrating end-to-end cloud development capability using Infrastructure as Code.</a:t>
            </a:r>
          </a:p>
          <a:p>
            <a:r>
              <a:rPr lang="en-US" b="1" dirty="0"/>
              <a:t>Operational Intelligence</a:t>
            </a:r>
            <a:endParaRPr lang="en-US" dirty="0"/>
          </a:p>
          <a:p>
            <a:r>
              <a:rPr lang="en-US" dirty="0"/>
              <a:t>The application moves beyond simple calculations by integrating "Risk Analysis" based on fuel capacity and reserve limits, providing riders with actionable, real-world decision support.</a:t>
            </a:r>
          </a:p>
          <a:p>
            <a:r>
              <a:rPr lang="en-US" b="1" dirty="0"/>
              <a:t>Secure &amp; Robust Architecture</a:t>
            </a:r>
            <a:endParaRPr lang="en-US" dirty="0"/>
          </a:p>
          <a:p>
            <a:r>
              <a:rPr lang="en-US" dirty="0"/>
              <a:t>Implemented enterprise-grade security practices within the Free Tier, including API Throttling to prevent abuse and strict Input Validation to handle edge cases gracefully.</a:t>
            </a:r>
          </a:p>
          <a:p>
            <a:r>
              <a:rPr lang="en-US" b="1" dirty="0"/>
              <a:t>The Vibe Engineering Model</a:t>
            </a:r>
            <a:endParaRPr lang="en-US" dirty="0"/>
          </a:p>
          <a:p>
            <a:r>
              <a:rPr lang="en-US" dirty="0"/>
              <a:t>This project proves that combining AI-driven code generation with architectural engineering allows for the rapid delivery of secure, production-ready prototypes in a fraction of the traditional time.</a:t>
            </a:r>
          </a:p>
        </p:txBody>
      </p:sp>
    </p:spTree>
    <p:extLst>
      <p:ext uri="{BB962C8B-B14F-4D97-AF65-F5344CB8AC3E}">
        <p14:creationId xmlns:p14="http://schemas.microsoft.com/office/powerpoint/2010/main" val="303435874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819195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380992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01.13"/>
  <p:tag name="AS_TITLE" val="Aspose.Slides for .NET 4.0"/>
  <p:tag name="AS_VERSION" val="16.12.1.0"/>
</p:tagLst>
</file>

<file path=ppt/theme/theme1.xml><?xml version="1.0" encoding="utf-8"?>
<a:theme xmlns:a="http://schemas.openxmlformats.org/drawingml/2006/main" name="cover slide">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A9165D84-C8C1-42E8-8982-779DCC775A9B}"/>
    </a:ext>
  </a:extLst>
</a:theme>
</file>

<file path=ppt/theme/theme2.xml><?xml version="1.0" encoding="utf-8"?>
<a:theme xmlns:a="http://schemas.openxmlformats.org/drawingml/2006/main" name="divider">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D504DB27-46FF-49B2-B2E8-A881BF7CEA8F}"/>
    </a:ext>
  </a:extLst>
</a:theme>
</file>

<file path=ppt/theme/theme3.xml><?xml version="1.0" encoding="utf-8"?>
<a:theme xmlns:a="http://schemas.openxmlformats.org/drawingml/2006/main" name="2_content">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E1056611-396A-4587-A475-9CCB9A7CFDB3}"/>
    </a:ext>
  </a:extLst>
</a:theme>
</file>

<file path=ppt/theme/theme4.xml><?xml version="1.0" encoding="utf-8"?>
<a:theme xmlns:a="http://schemas.openxmlformats.org/drawingml/2006/main" name="end slides">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7EF9E658-9FCD-4CCD-96C4-E2A25B15814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E66EC21B1E83B4D86C907A05C95DE09" ma:contentTypeVersion="5" ma:contentTypeDescription="Create a new document." ma:contentTypeScope="" ma:versionID="6aa6a40c7ed11de17141c4396c3c09fa">
  <xsd:schema xmlns:xsd="http://www.w3.org/2001/XMLSchema" xmlns:xs="http://www.w3.org/2001/XMLSchema" xmlns:p="http://schemas.microsoft.com/office/2006/metadata/properties" xmlns:ns2="7762f694-24cd-422c-8506-be279f1c593a" xmlns:ns3="bf96a6d0-7d7c-4546-8158-e86a403a6ac9" targetNamespace="http://schemas.microsoft.com/office/2006/metadata/properties" ma:root="true" ma:fieldsID="cbcc2c2dd9d337ed517da6ffa62e5640" ns2:_="" ns3:_="">
    <xsd:import namespace="7762f694-24cd-422c-8506-be279f1c593a"/>
    <xsd:import namespace="bf96a6d0-7d7c-4546-8158-e86a403a6ac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62f694-24cd-422c-8506-be279f1c59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96a6d0-7d7c-4546-8158-e86a403a6ac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bf96a6d0-7d7c-4546-8158-e86a403a6ac9">
      <UserInfo>
        <DisplayName>Isaac Chan (NCS)</DisplayName>
        <AccountId>18</AccountId>
        <AccountType/>
      </UserInfo>
      <UserInfo>
        <DisplayName>Asil Asil (NCS)</DisplayName>
        <AccountId>19</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081DD3-7D94-4C0B-9C87-088E2DC416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62f694-24cd-422c-8506-be279f1c593a"/>
    <ds:schemaRef ds:uri="bf96a6d0-7d7c-4546-8158-e86a403a6a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D645BDE-075B-4C01-B810-3203EB500D0D}">
  <ds:schemaRefs>
    <ds:schemaRef ds:uri="f076d96e-05a5-45a8-8460-4ccc7c61843d"/>
    <ds:schemaRef ds:uri="http://schemas.microsoft.com/office/2006/metadata/properties"/>
    <ds:schemaRef ds:uri="http://schemas.microsoft.com/office/infopath/2007/PartnerControls"/>
    <ds:schemaRef ds:uri="bf96a6d0-7d7c-4546-8158-e86a403a6ac9"/>
  </ds:schemaRefs>
</ds:datastoreItem>
</file>

<file path=customXml/itemProps3.xml><?xml version="1.0" encoding="utf-8"?>
<ds:datastoreItem xmlns:ds="http://schemas.openxmlformats.org/officeDocument/2006/customXml" ds:itemID="{6BCBB70C-2BCC-4239-ACE0-CFA6AFFAA6B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4122</TotalTime>
  <Words>855</Words>
  <Application>Microsoft Office PowerPoint</Application>
  <PresentationFormat>Widescreen</PresentationFormat>
  <Paragraphs>99</Paragraphs>
  <Slides>28</Slides>
  <Notes>13</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28</vt:i4>
      </vt:variant>
    </vt:vector>
  </HeadingPairs>
  <TitlesOfParts>
    <vt:vector size="35" baseType="lpstr">
      <vt:lpstr>Arial</vt:lpstr>
      <vt:lpstr>Ubuntu</vt:lpstr>
      <vt:lpstr>Calibri</vt:lpstr>
      <vt:lpstr>cover slide</vt:lpstr>
      <vt:lpstr>divider</vt:lpstr>
      <vt:lpstr>2_content</vt:lpstr>
      <vt:lpstr>end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Belle Law (NCS)</dc:creator>
  <cp:lastModifiedBy>Razin Zaidun (NCS)</cp:lastModifiedBy>
  <cp:revision>170</cp:revision>
  <dcterms:created xsi:type="dcterms:W3CDTF">2021-10-03T16:25:32Z</dcterms:created>
  <dcterms:modified xsi:type="dcterms:W3CDTF">2026-02-02T14:19:29Z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0x0101001E66EC21B1E83B4D86C907A05C95DE09</vt:lpwstr>
  </property>
</Properties>
</file>