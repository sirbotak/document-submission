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8" r:id="rId4"/>
    <p:sldMasterId id="2147483648" r:id="rId5"/>
    <p:sldMasterId id="2147483752" r:id="rId6"/>
    <p:sldMasterId id="2147483704" r:id="rId7"/>
  </p:sldMasterIdLst>
  <p:notesMasterIdLst>
    <p:notesMasterId r:id="rId21"/>
  </p:notesMasterIdLst>
  <p:handoutMasterIdLst>
    <p:handoutMasterId r:id="rId22"/>
  </p:handoutMasterIdLst>
  <p:sldIdLst>
    <p:sldId id="256" r:id="rId8"/>
    <p:sldId id="269" r:id="rId9"/>
    <p:sldId id="259" r:id="rId10"/>
    <p:sldId id="272" r:id="rId11"/>
    <p:sldId id="312" r:id="rId12"/>
    <p:sldId id="294" r:id="rId13"/>
    <p:sldId id="273" r:id="rId14"/>
    <p:sldId id="293" r:id="rId15"/>
    <p:sldId id="276" r:id="rId16"/>
    <p:sldId id="258" r:id="rId17"/>
    <p:sldId id="275" r:id="rId18"/>
    <p:sldId id="292" r:id="rId19"/>
    <p:sldId id="284" r:id="rId20"/>
  </p:sldIdLst>
  <p:sldSz cx="12192000" cy="6858000"/>
  <p:notesSz cx="6858000" cy="9144000"/>
  <p:embeddedFontLst>
    <p:embeddedFont>
      <p:font typeface="Ubuntu" panose="020B0504030602030204" pitchFamily="34" charset="0"/>
      <p:regular r:id="rId23"/>
      <p:bold r:id="rId24"/>
      <p:italic r:id="rId25"/>
      <p:boldItalic r:id="rId26"/>
    </p:embeddedFont>
  </p:embeddedFontLst>
  <p:custDataLst>
    <p:tags r:id="rId2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slide" id="{1006DAB2-B71D-3347-B3EF-014DA7DE0E8E}">
          <p14:sldIdLst>
            <p14:sldId id="256"/>
            <p14:sldId id="269"/>
            <p14:sldId id="259"/>
            <p14:sldId id="272"/>
            <p14:sldId id="312"/>
            <p14:sldId id="294"/>
            <p14:sldId id="273"/>
            <p14:sldId id="293"/>
            <p14:sldId id="276"/>
            <p14:sldId id="258"/>
            <p14:sldId id="275"/>
            <p14:sldId id="292"/>
            <p14:sldId id="284"/>
          </p14:sldIdLst>
        </p14:section>
        <p14:section name="stand out slide" id="{931D4ECF-FA8C-684D-BD9F-7C447B9FA9C7}">
          <p14:sldIdLst/>
        </p14:section>
        <p14:section name="content" id="{07EFC97D-25D9-DE42-92B7-D832EDBB936C}">
          <p14:sldIdLst/>
        </p14:section>
        <p14:section name="end slide" id="{C508297D-8E91-BE44-86FE-ED4B6D52C8D5}">
          <p14:sldIdLst/>
        </p14:section>
        <p14:section name="divider slide" id="{11A5BE42-2ABF-B049-9795-D5160D56891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FA19FD3-E058-4F37-B0D1-D9E5714DA983}" v="4" dt="2021-07-01T05:49:49.219"/>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44" autoAdjust="0"/>
    <p:restoredTop sz="93447" autoAdjust="0"/>
  </p:normalViewPr>
  <p:slideViewPr>
    <p:cSldViewPr snapToGrid="0">
      <p:cViewPr varScale="1">
        <p:scale>
          <a:sx n="59" d="100"/>
          <a:sy n="59" d="100"/>
        </p:scale>
        <p:origin x="884" y="52"/>
      </p:cViewPr>
      <p:guideLst/>
    </p:cSldViewPr>
  </p:slideViewPr>
  <p:notesTextViewPr>
    <p:cViewPr>
      <p:scale>
        <a:sx n="1" d="1"/>
        <a:sy n="1" d="1"/>
      </p:scale>
      <p:origin x="0" y="0"/>
    </p:cViewPr>
  </p:notesTextViewPr>
  <p:notesViewPr>
    <p:cSldViewPr snapToGrid="0">
      <p:cViewPr>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font" Target="fonts/font4.fntdata"/><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font" Target="fonts/font3.fntdata"/><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font" Target="fonts/font2.fntdata"/><Relationship Id="rId32"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font" Target="fonts/font1.fntdata"/><Relationship Id="rId28" Type="http://schemas.openxmlformats.org/officeDocument/2006/relationships/presProps" Target="presProps.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handoutMaster" Target="handoutMasters/handoutMaster1.xml"/><Relationship Id="rId27" Type="http://schemas.openxmlformats.org/officeDocument/2006/relationships/tags" Target="tags/tag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5DCFF53-D302-4D4F-9638-08F4A0372C6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D4DFB5A3-0E95-904D-84CD-BD9CD3B3912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99A15DD-D767-E940-9658-67E0AA1A1BA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1C7C64E-0F0E-6141-8FA9-D6F2ED3FA56A}" type="slidenum">
              <a:rPr lang="en-US" smtClean="0"/>
              <a:t>‹#›</a:t>
            </a:fld>
            <a:endParaRPr lang="en-US"/>
          </a:p>
        </p:txBody>
      </p:sp>
    </p:spTree>
    <p:extLst>
      <p:ext uri="{BB962C8B-B14F-4D97-AF65-F5344CB8AC3E}">
        <p14:creationId xmlns:p14="http://schemas.microsoft.com/office/powerpoint/2010/main" val="18264081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CC3EAE-22DF-2B4B-A1EA-17751061A738}" type="datetimeFigureOut">
              <a:rPr lang="en-US" smtClean="0"/>
              <a:t>10/9/2025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4AAE03-B067-BC4B-B4DC-EFC02FBC7F46}" type="slidenum">
              <a:rPr lang="en-US" smtClean="0"/>
              <a:t>‹#›</a:t>
            </a:fld>
            <a:endParaRPr lang="en-US"/>
          </a:p>
        </p:txBody>
      </p:sp>
    </p:spTree>
    <p:extLst>
      <p:ext uri="{BB962C8B-B14F-4D97-AF65-F5344CB8AC3E}">
        <p14:creationId xmlns:p14="http://schemas.microsoft.com/office/powerpoint/2010/main" val="35329149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8_Title Slide">
    <p:bg>
      <p:bgRef idx="1001">
        <a:schemeClr val="bg2"/>
      </p:bgRef>
    </p:bg>
    <p:spTree>
      <p:nvGrpSpPr>
        <p:cNvPr id="1" name=""/>
        <p:cNvGrpSpPr/>
        <p:nvPr/>
      </p:nvGrpSpPr>
      <p:grpSpPr>
        <a:xfrm>
          <a:off x="0" y="0"/>
          <a:ext cx="0" cy="0"/>
          <a:chOff x="0" y="0"/>
          <a:chExt cx="0" cy="0"/>
        </a:xfrm>
      </p:grpSpPr>
      <p:pic>
        <p:nvPicPr>
          <p:cNvPr id="7" name="Picture 6" descr="Background pattern&#10;&#10;Description automatically generated">
            <a:extLst>
              <a:ext uri="{FF2B5EF4-FFF2-40B4-BE49-F238E27FC236}">
                <a16:creationId xmlns:a16="http://schemas.microsoft.com/office/drawing/2014/main" id="{9FBF41E9-7CA9-0542-B55C-E9C30355972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5" name="Text Placeholder 4">
            <a:extLst>
              <a:ext uri="{FF2B5EF4-FFF2-40B4-BE49-F238E27FC236}">
                <a16:creationId xmlns:a16="http://schemas.microsoft.com/office/drawing/2014/main" id="{1FE9D7C2-32AC-D84D-B06D-F8BE3550E3A1}"/>
              </a:ext>
            </a:extLst>
          </p:cNvPr>
          <p:cNvSpPr>
            <a:spLocks noGrp="1"/>
          </p:cNvSpPr>
          <p:nvPr>
            <p:ph type="body" sz="quarter" idx="10" hasCustomPrompt="1"/>
          </p:nvPr>
        </p:nvSpPr>
        <p:spPr>
          <a:xfrm>
            <a:off x="591399" y="572679"/>
            <a:ext cx="7256235"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Presentation title goes here Presentation title goes here</a:t>
            </a:r>
          </a:p>
        </p:txBody>
      </p:sp>
      <p:sp>
        <p:nvSpPr>
          <p:cNvPr id="13" name="Text Placeholder 12">
            <a:extLst>
              <a:ext uri="{FF2B5EF4-FFF2-40B4-BE49-F238E27FC236}">
                <a16:creationId xmlns:a16="http://schemas.microsoft.com/office/drawing/2014/main" id="{03ECFC8D-C791-B04C-A555-72884AC23CF8}"/>
              </a:ext>
            </a:extLst>
          </p:cNvPr>
          <p:cNvSpPr>
            <a:spLocks noGrp="1"/>
          </p:cNvSpPr>
          <p:nvPr>
            <p:ph type="body" sz="quarter" idx="12" hasCustomPrompt="1"/>
          </p:nvPr>
        </p:nvSpPr>
        <p:spPr>
          <a:xfrm>
            <a:off x="591401" y="2865798"/>
            <a:ext cx="6686092" cy="1150021"/>
          </a:xfrm>
          <a:prstGeom prst="rect">
            <a:avLst/>
          </a:prstGeom>
        </p:spPr>
        <p:txBody>
          <a:bodyPr/>
          <a:lstStyle>
            <a:lvl1pPr marL="0" indent="0">
              <a:buNone/>
              <a:defRPr sz="2000">
                <a:solidFill>
                  <a:schemeClr val="accent1"/>
                </a:solidFill>
                <a:latin typeface="Ubuntu" panose="020B0504030602030204" pitchFamily="34" charset="0"/>
              </a:defRPr>
            </a:lvl1pPr>
          </a:lstStyle>
          <a:p>
            <a:pPr lvl="0"/>
            <a:r>
              <a:rPr lang="en-GB"/>
              <a:t>Date time version number</a:t>
            </a:r>
            <a:endParaRPr lang="en-US"/>
          </a:p>
        </p:txBody>
      </p:sp>
      <p:cxnSp>
        <p:nvCxnSpPr>
          <p:cNvPr id="15" name="Google Shape;65;p14">
            <a:extLst>
              <a:ext uri="{FF2B5EF4-FFF2-40B4-BE49-F238E27FC236}">
                <a16:creationId xmlns:a16="http://schemas.microsoft.com/office/drawing/2014/main" id="{BC024A99-97CC-2C49-97DB-5BE55D077DFE}"/>
              </a:ext>
            </a:extLst>
          </p:cNvPr>
          <p:cNvCxnSpPr/>
          <p:nvPr userDrawn="1"/>
        </p:nvCxnSpPr>
        <p:spPr>
          <a:xfrm>
            <a:off x="298311" y="6407566"/>
            <a:ext cx="11595378" cy="0"/>
          </a:xfrm>
          <a:prstGeom prst="straightConnector1">
            <a:avLst/>
          </a:prstGeom>
          <a:noFill/>
          <a:ln w="9525" cap="flat" cmpd="sng">
            <a:solidFill>
              <a:schemeClr val="tx1"/>
            </a:solidFill>
            <a:prstDash val="solid"/>
            <a:round/>
            <a:headEnd type="none" w="med" len="med"/>
            <a:tailEnd type="none" w="med" len="med"/>
          </a:ln>
        </p:spPr>
      </p:cxnSp>
      <p:sp>
        <p:nvSpPr>
          <p:cNvPr id="2" name="TextBox 1">
            <a:extLst>
              <a:ext uri="{FF2B5EF4-FFF2-40B4-BE49-F238E27FC236}">
                <a16:creationId xmlns:a16="http://schemas.microsoft.com/office/drawing/2014/main" id="{67DDF3B5-271C-E842-8BD4-37FBE882DED6}"/>
              </a:ext>
            </a:extLst>
          </p:cNvPr>
          <p:cNvSpPr txBox="1"/>
          <p:nvPr userDrawn="1"/>
        </p:nvSpPr>
        <p:spPr>
          <a:xfrm>
            <a:off x="218662" y="6510130"/>
            <a:ext cx="7008650" cy="184666"/>
          </a:xfrm>
          <a:prstGeom prst="rect">
            <a:avLst/>
          </a:prstGeom>
          <a:noFill/>
        </p:spPr>
        <p:txBody>
          <a:bodyPr wrap="none" rtlCol="0">
            <a:spAutoFit/>
          </a:bodyPr>
          <a:lstStyle/>
          <a:p>
            <a:r>
              <a:rPr lang="en-US" sz="600" b="0" i="0" u="none" strike="noStrike" kern="1200">
                <a:solidFill>
                  <a:schemeClr val="tx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8" name="Graphic 4">
            <a:extLst>
              <a:ext uri="{FF2B5EF4-FFF2-40B4-BE49-F238E27FC236}">
                <a16:creationId xmlns:a16="http://schemas.microsoft.com/office/drawing/2014/main" id="{AA988A5D-AEEF-47FD-939E-62D00ADE6B30}"/>
              </a:ext>
            </a:extLst>
          </p:cNvPr>
          <p:cNvGrpSpPr/>
          <p:nvPr userDrawn="1"/>
        </p:nvGrpSpPr>
        <p:grpSpPr>
          <a:xfrm>
            <a:off x="9274008" y="678594"/>
            <a:ext cx="2330418" cy="520011"/>
            <a:chOff x="2497995" y="2687207"/>
            <a:chExt cx="5762625" cy="1285875"/>
          </a:xfrm>
        </p:grpSpPr>
        <p:sp>
          <p:nvSpPr>
            <p:cNvPr id="19" name="Freeform: Shape 18">
              <a:extLst>
                <a:ext uri="{FF2B5EF4-FFF2-40B4-BE49-F238E27FC236}">
                  <a16:creationId xmlns:a16="http://schemas.microsoft.com/office/drawing/2014/main" id="{B367EA97-5AAD-47B2-ACFA-8E1EBAB18CC0}"/>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E1969243-7887-4069-95D3-4D2FFE553DEA}"/>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C3BE5979-41F1-4911-A49C-F8551C781409}"/>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C9EBBC4-B445-4D01-B2F1-9F0A220E8C8E}"/>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45397DA1-3136-48D3-9172-3CEBE11F3696}"/>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785835855"/>
      </p:ext>
    </p:extLst>
  </p:cSld>
  <p:clrMapOvr>
    <a:overrideClrMapping bg1="dk1" tx1="lt1" bg2="dk2" tx2="lt2" accent1="accent1" accent2="accent2" accent3="accent3" accent4="accent4" accent5="accent5" accent6="accent6" hlink="hlink" folHlink="folHlink"/>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9_Title Slide">
    <p:bg>
      <p:bgRef idx="1001">
        <a:schemeClr val="bg2"/>
      </p:bgRef>
    </p:bg>
    <p:spTree>
      <p:nvGrpSpPr>
        <p:cNvPr id="1" name=""/>
        <p:cNvGrpSpPr/>
        <p:nvPr/>
      </p:nvGrpSpPr>
      <p:grpSpPr>
        <a:xfrm>
          <a:off x="0" y="0"/>
          <a:ext cx="0" cy="0"/>
          <a:chOff x="0" y="0"/>
          <a:chExt cx="0" cy="0"/>
        </a:xfrm>
      </p:grpSpPr>
      <p:pic>
        <p:nvPicPr>
          <p:cNvPr id="12" name="Picture 11" descr="Background pattern&#10;&#10;Description automatically generated">
            <a:extLst>
              <a:ext uri="{FF2B5EF4-FFF2-40B4-BE49-F238E27FC236}">
                <a16:creationId xmlns:a16="http://schemas.microsoft.com/office/drawing/2014/main" id="{2BAE7AEC-46C9-F34A-9598-041067CA00A9}"/>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rot="16200000">
            <a:off x="590551" y="-590554"/>
            <a:ext cx="6857999" cy="8039103"/>
          </a:xfrm>
          <a:prstGeom prst="rect">
            <a:avLst/>
          </a:prstGeom>
        </p:spPr>
      </p:pic>
      <p:sp>
        <p:nvSpPr>
          <p:cNvPr id="10" name="Picture Placeholder 9">
            <a:extLst>
              <a:ext uri="{FF2B5EF4-FFF2-40B4-BE49-F238E27FC236}">
                <a16:creationId xmlns:a16="http://schemas.microsoft.com/office/drawing/2014/main" id="{4E114E41-DA55-BB47-8599-0093FC827A13}"/>
              </a:ext>
            </a:extLst>
          </p:cNvPr>
          <p:cNvSpPr>
            <a:spLocks noGrp="1"/>
          </p:cNvSpPr>
          <p:nvPr>
            <p:ph type="pic" sz="quarter" idx="13"/>
          </p:nvPr>
        </p:nvSpPr>
        <p:spPr>
          <a:xfrm>
            <a:off x="7971183" y="0"/>
            <a:ext cx="4220817" cy="6858000"/>
          </a:xfrm>
          <a:prstGeom prst="rect">
            <a:avLst/>
          </a:prstGeom>
        </p:spPr>
        <p:txBody>
          <a:bodyPr/>
          <a:lstStyle/>
          <a:p>
            <a:r>
              <a:rPr lang="en-US"/>
              <a:t>Click icon to add picture</a:t>
            </a:r>
          </a:p>
        </p:txBody>
      </p:sp>
      <p:sp>
        <p:nvSpPr>
          <p:cNvPr id="5" name="Text Placeholder 4">
            <a:extLst>
              <a:ext uri="{FF2B5EF4-FFF2-40B4-BE49-F238E27FC236}">
                <a16:creationId xmlns:a16="http://schemas.microsoft.com/office/drawing/2014/main" id="{1FE9D7C2-32AC-D84D-B06D-F8BE3550E3A1}"/>
              </a:ext>
            </a:extLst>
          </p:cNvPr>
          <p:cNvSpPr>
            <a:spLocks noGrp="1"/>
          </p:cNvSpPr>
          <p:nvPr>
            <p:ph type="body" sz="quarter" idx="10" hasCustomPrompt="1"/>
          </p:nvPr>
        </p:nvSpPr>
        <p:spPr>
          <a:xfrm>
            <a:off x="591399" y="572678"/>
            <a:ext cx="6594591" cy="1951861"/>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Presentation title goes here Presentation title goes here</a:t>
            </a:r>
          </a:p>
        </p:txBody>
      </p:sp>
      <p:cxnSp>
        <p:nvCxnSpPr>
          <p:cNvPr id="15" name="Google Shape;65;p14">
            <a:extLst>
              <a:ext uri="{FF2B5EF4-FFF2-40B4-BE49-F238E27FC236}">
                <a16:creationId xmlns:a16="http://schemas.microsoft.com/office/drawing/2014/main" id="{BC024A99-97CC-2C49-97DB-5BE55D077DFE}"/>
              </a:ext>
            </a:extLst>
          </p:cNvPr>
          <p:cNvCxnSpPr/>
          <p:nvPr userDrawn="1"/>
        </p:nvCxnSpPr>
        <p:spPr>
          <a:xfrm>
            <a:off x="298311" y="6407566"/>
            <a:ext cx="7464150" cy="0"/>
          </a:xfrm>
          <a:prstGeom prst="straightConnector1">
            <a:avLst/>
          </a:prstGeom>
          <a:noFill/>
          <a:ln w="9525" cap="flat" cmpd="sng">
            <a:solidFill>
              <a:srgbClr val="00A7E1"/>
            </a:solidFill>
            <a:prstDash val="solid"/>
            <a:round/>
            <a:headEnd type="none" w="med" len="med"/>
            <a:tailEnd type="none" w="med" len="med"/>
          </a:ln>
        </p:spPr>
      </p:cxnSp>
      <p:sp>
        <p:nvSpPr>
          <p:cNvPr id="9" name="Text Placeholder 12">
            <a:extLst>
              <a:ext uri="{FF2B5EF4-FFF2-40B4-BE49-F238E27FC236}">
                <a16:creationId xmlns:a16="http://schemas.microsoft.com/office/drawing/2014/main" id="{D4298314-9A1E-4B44-BD05-3F2C8A004246}"/>
              </a:ext>
            </a:extLst>
          </p:cNvPr>
          <p:cNvSpPr>
            <a:spLocks noGrp="1"/>
          </p:cNvSpPr>
          <p:nvPr>
            <p:ph type="body" sz="quarter" idx="12" hasCustomPrompt="1"/>
          </p:nvPr>
        </p:nvSpPr>
        <p:spPr>
          <a:xfrm>
            <a:off x="591401" y="2865798"/>
            <a:ext cx="6686092" cy="1150021"/>
          </a:xfrm>
          <a:prstGeom prst="rect">
            <a:avLst/>
          </a:prstGeom>
        </p:spPr>
        <p:txBody>
          <a:bodyPr/>
          <a:lstStyle>
            <a:lvl1pPr marL="0" indent="0">
              <a:buNone/>
              <a:defRPr sz="2000">
                <a:solidFill>
                  <a:schemeClr val="accent1"/>
                </a:solidFill>
                <a:latin typeface="Ubuntu" panose="020B0504030602030204" pitchFamily="34" charset="0"/>
              </a:defRPr>
            </a:lvl1pPr>
          </a:lstStyle>
          <a:p>
            <a:pPr lvl="0"/>
            <a:r>
              <a:rPr lang="en-GB"/>
              <a:t>Date time version number</a:t>
            </a:r>
            <a:endParaRPr lang="en-US"/>
          </a:p>
        </p:txBody>
      </p:sp>
      <p:sp>
        <p:nvSpPr>
          <p:cNvPr id="13" name="TextBox 12">
            <a:extLst>
              <a:ext uri="{FF2B5EF4-FFF2-40B4-BE49-F238E27FC236}">
                <a16:creationId xmlns:a16="http://schemas.microsoft.com/office/drawing/2014/main" id="{5C0F2F98-52EA-9643-836B-BE43540FDE6D}"/>
              </a:ext>
            </a:extLst>
          </p:cNvPr>
          <p:cNvSpPr txBox="1"/>
          <p:nvPr userDrawn="1"/>
        </p:nvSpPr>
        <p:spPr>
          <a:xfrm>
            <a:off x="218662" y="6510129"/>
            <a:ext cx="4505738" cy="276999"/>
          </a:xfrm>
          <a:prstGeom prst="rect">
            <a:avLst/>
          </a:prstGeom>
          <a:noFill/>
        </p:spPr>
        <p:txBody>
          <a:bodyPr wrap="square" rtlCol="0">
            <a:spAutoFit/>
          </a:bodyPr>
          <a:lstStyle/>
          <a:p>
            <a:r>
              <a:rPr lang="en-US" sz="600" b="0" i="0" u="none" strike="noStrike" kern="1200">
                <a:solidFill>
                  <a:schemeClr val="tx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33" name="Graphic 4">
            <a:extLst>
              <a:ext uri="{FF2B5EF4-FFF2-40B4-BE49-F238E27FC236}">
                <a16:creationId xmlns:a16="http://schemas.microsoft.com/office/drawing/2014/main" id="{1D1257AF-406F-4A8F-B355-1AB33C444478}"/>
              </a:ext>
            </a:extLst>
          </p:cNvPr>
          <p:cNvGrpSpPr/>
          <p:nvPr userDrawn="1"/>
        </p:nvGrpSpPr>
        <p:grpSpPr>
          <a:xfrm>
            <a:off x="298311" y="5827455"/>
            <a:ext cx="1375944" cy="307029"/>
            <a:chOff x="2497995" y="2687207"/>
            <a:chExt cx="5762625" cy="1285875"/>
          </a:xfrm>
        </p:grpSpPr>
        <p:sp>
          <p:nvSpPr>
            <p:cNvPr id="34" name="Freeform: Shape 33">
              <a:extLst>
                <a:ext uri="{FF2B5EF4-FFF2-40B4-BE49-F238E27FC236}">
                  <a16:creationId xmlns:a16="http://schemas.microsoft.com/office/drawing/2014/main" id="{37D0A2BB-2381-4FEA-A589-717E622EC38E}"/>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0DFC2012-0505-48D0-8B8C-0D87280D267C}"/>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0220C24E-016D-4339-A9CC-34FCD5B7715F}"/>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FAACAC2B-7FD8-45EE-8D67-614CE8B44540}"/>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DDE62BB4-1EC3-4F10-A069-7EA91B5E6DF5}"/>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4128563074"/>
      </p:ext>
    </p:extLst>
  </p:cSld>
  <p:clrMapOvr>
    <a:overrideClrMapping bg1="dk1" tx1="lt1" bg2="dk2" tx2="lt2" accent1="accent1" accent2="accent2" accent3="accent3" accent4="accent4" accent5="accent5" accent6="accent6" hlink="hlink" folHlink="folHlink"/>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Slide">
    <p:bg>
      <p:bgRef idx="1001">
        <a:schemeClr val="bg2"/>
      </p:bgRef>
    </p:bg>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1054E524-EE96-9C4C-82AE-3054621F619F}"/>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rot="16200000">
            <a:off x="-380999" y="380998"/>
            <a:ext cx="6857999" cy="6096001"/>
          </a:xfrm>
          <a:prstGeom prst="rect">
            <a:avLst/>
          </a:prstGeom>
        </p:spPr>
      </p:pic>
      <p:sp>
        <p:nvSpPr>
          <p:cNvPr id="10" name="Picture Placeholder 9">
            <a:extLst>
              <a:ext uri="{FF2B5EF4-FFF2-40B4-BE49-F238E27FC236}">
                <a16:creationId xmlns:a16="http://schemas.microsoft.com/office/drawing/2014/main" id="{4E114E41-DA55-BB47-8599-0093FC827A13}"/>
              </a:ext>
            </a:extLst>
          </p:cNvPr>
          <p:cNvSpPr>
            <a:spLocks noGrp="1"/>
          </p:cNvSpPr>
          <p:nvPr>
            <p:ph type="pic" sz="quarter" idx="13"/>
          </p:nvPr>
        </p:nvSpPr>
        <p:spPr>
          <a:xfrm>
            <a:off x="6096000" y="0"/>
            <a:ext cx="6096000" cy="6858000"/>
          </a:xfrm>
          <a:prstGeom prst="rect">
            <a:avLst/>
          </a:prstGeom>
        </p:spPr>
        <p:txBody>
          <a:bodyPr/>
          <a:lstStyle/>
          <a:p>
            <a:r>
              <a:rPr lang="en-US"/>
              <a:t>Click icon to add picture</a:t>
            </a:r>
          </a:p>
        </p:txBody>
      </p:sp>
      <p:sp>
        <p:nvSpPr>
          <p:cNvPr id="5" name="Text Placeholder 4">
            <a:extLst>
              <a:ext uri="{FF2B5EF4-FFF2-40B4-BE49-F238E27FC236}">
                <a16:creationId xmlns:a16="http://schemas.microsoft.com/office/drawing/2014/main" id="{1FE9D7C2-32AC-D84D-B06D-F8BE3550E3A1}"/>
              </a:ext>
            </a:extLst>
          </p:cNvPr>
          <p:cNvSpPr>
            <a:spLocks noGrp="1"/>
          </p:cNvSpPr>
          <p:nvPr>
            <p:ph type="body" sz="quarter" idx="10" hasCustomPrompt="1"/>
          </p:nvPr>
        </p:nvSpPr>
        <p:spPr>
          <a:xfrm>
            <a:off x="591400" y="572678"/>
            <a:ext cx="4696218" cy="2597899"/>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Presentation title goes here Presentation title goes here</a:t>
            </a:r>
          </a:p>
        </p:txBody>
      </p:sp>
      <p:sp>
        <p:nvSpPr>
          <p:cNvPr id="13" name="Text Placeholder 12">
            <a:extLst>
              <a:ext uri="{FF2B5EF4-FFF2-40B4-BE49-F238E27FC236}">
                <a16:creationId xmlns:a16="http://schemas.microsoft.com/office/drawing/2014/main" id="{03ECFC8D-C791-B04C-A555-72884AC23CF8}"/>
              </a:ext>
            </a:extLst>
          </p:cNvPr>
          <p:cNvSpPr>
            <a:spLocks noGrp="1"/>
          </p:cNvSpPr>
          <p:nvPr>
            <p:ph type="body" sz="quarter" idx="12" hasCustomPrompt="1"/>
          </p:nvPr>
        </p:nvSpPr>
        <p:spPr>
          <a:xfrm>
            <a:off x="591401" y="3422389"/>
            <a:ext cx="4696217" cy="1150021"/>
          </a:xfrm>
          <a:prstGeom prst="rect">
            <a:avLst/>
          </a:prstGeom>
        </p:spPr>
        <p:txBody>
          <a:bodyPr/>
          <a:lstStyle>
            <a:lvl1pPr marL="0" indent="0">
              <a:buNone/>
              <a:defRPr sz="2000">
                <a:solidFill>
                  <a:schemeClr val="accent1"/>
                </a:solidFill>
                <a:latin typeface="Ubuntu" panose="020B0504030602030204" pitchFamily="34" charset="0"/>
              </a:defRPr>
            </a:lvl1pPr>
          </a:lstStyle>
          <a:p>
            <a:pPr lvl="0"/>
            <a:r>
              <a:rPr lang="en-GB"/>
              <a:t>Date time version number</a:t>
            </a:r>
            <a:endParaRPr lang="en-US"/>
          </a:p>
        </p:txBody>
      </p:sp>
      <p:cxnSp>
        <p:nvCxnSpPr>
          <p:cNvPr id="15" name="Google Shape;65;p14">
            <a:extLst>
              <a:ext uri="{FF2B5EF4-FFF2-40B4-BE49-F238E27FC236}">
                <a16:creationId xmlns:a16="http://schemas.microsoft.com/office/drawing/2014/main" id="{BC024A99-97CC-2C49-97DB-5BE55D077DFE}"/>
              </a:ext>
            </a:extLst>
          </p:cNvPr>
          <p:cNvCxnSpPr/>
          <p:nvPr userDrawn="1"/>
        </p:nvCxnSpPr>
        <p:spPr>
          <a:xfrm>
            <a:off x="298311" y="6407566"/>
            <a:ext cx="5675106" cy="0"/>
          </a:xfrm>
          <a:prstGeom prst="straightConnector1">
            <a:avLst/>
          </a:prstGeom>
          <a:noFill/>
          <a:ln w="9525" cap="flat" cmpd="sng">
            <a:solidFill>
              <a:srgbClr val="00A7E1"/>
            </a:solidFill>
            <a:prstDash val="solid"/>
            <a:round/>
            <a:headEnd type="none" w="med" len="med"/>
            <a:tailEnd type="none" w="med" len="med"/>
          </a:ln>
        </p:spPr>
      </p:cxnSp>
      <p:sp>
        <p:nvSpPr>
          <p:cNvPr id="9" name="TextBox 8">
            <a:extLst>
              <a:ext uri="{FF2B5EF4-FFF2-40B4-BE49-F238E27FC236}">
                <a16:creationId xmlns:a16="http://schemas.microsoft.com/office/drawing/2014/main" id="{25B3A219-0243-EA41-9B7B-EE45C6454C59}"/>
              </a:ext>
            </a:extLst>
          </p:cNvPr>
          <p:cNvSpPr txBox="1"/>
          <p:nvPr userDrawn="1"/>
        </p:nvSpPr>
        <p:spPr>
          <a:xfrm>
            <a:off x="218662" y="6510129"/>
            <a:ext cx="4505738" cy="276999"/>
          </a:xfrm>
          <a:prstGeom prst="rect">
            <a:avLst/>
          </a:prstGeom>
          <a:noFill/>
        </p:spPr>
        <p:txBody>
          <a:bodyPr wrap="square" rtlCol="0">
            <a:spAutoFit/>
          </a:bodyPr>
          <a:lstStyle/>
          <a:p>
            <a:r>
              <a:rPr lang="en-US" sz="600" b="0" i="0" u="none" strike="noStrike" kern="1200">
                <a:solidFill>
                  <a:schemeClr val="tx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1" name="Graphic 4">
            <a:extLst>
              <a:ext uri="{FF2B5EF4-FFF2-40B4-BE49-F238E27FC236}">
                <a16:creationId xmlns:a16="http://schemas.microsoft.com/office/drawing/2014/main" id="{88D80543-589E-4DCA-9A7E-CDBB3FF1C342}"/>
              </a:ext>
            </a:extLst>
          </p:cNvPr>
          <p:cNvGrpSpPr/>
          <p:nvPr userDrawn="1"/>
        </p:nvGrpSpPr>
        <p:grpSpPr>
          <a:xfrm>
            <a:off x="298311" y="5827455"/>
            <a:ext cx="1375944" cy="307029"/>
            <a:chOff x="2497995" y="2687207"/>
            <a:chExt cx="5762625" cy="1285875"/>
          </a:xfrm>
        </p:grpSpPr>
        <p:sp>
          <p:nvSpPr>
            <p:cNvPr id="14" name="Freeform: Shape 13">
              <a:extLst>
                <a:ext uri="{FF2B5EF4-FFF2-40B4-BE49-F238E27FC236}">
                  <a16:creationId xmlns:a16="http://schemas.microsoft.com/office/drawing/2014/main" id="{8209807A-7909-4E62-8A13-EB02E8A054D4}"/>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D282A09D-0625-4601-95E9-6F31F646A538}"/>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90D4723D-24A8-4D1D-96E8-009C9F4D38B4}"/>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D465A122-4DC9-490C-98FF-963CF829ACE3}"/>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A3B073FA-C25E-4927-B37C-36FC923CC4FE}"/>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660841481"/>
      </p:ext>
    </p:extLst>
  </p:cSld>
  <p:clrMapOvr>
    <a:overrideClrMapping bg1="dk1" tx1="lt1" bg2="dk2" tx2="lt2" accent1="accent1" accent2="accent2" accent3="accent3" accent4="accent4" accent5="accent5" accent6="accent6" hlink="hlink" folHlink="folHlink"/>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lide">
    <p:bg>
      <p:bgRef idx="1001">
        <a:schemeClr val="bg2"/>
      </p:bgRef>
    </p:bg>
    <p:spTree>
      <p:nvGrpSpPr>
        <p:cNvPr id="1" name=""/>
        <p:cNvGrpSpPr/>
        <p:nvPr/>
      </p:nvGrpSpPr>
      <p:grpSpPr>
        <a:xfrm>
          <a:off x="0" y="0"/>
          <a:ext cx="0" cy="0"/>
          <a:chOff x="0" y="0"/>
          <a:chExt cx="0" cy="0"/>
        </a:xfrm>
      </p:grpSpPr>
      <p:pic>
        <p:nvPicPr>
          <p:cNvPr id="10" name="Picture 9" descr="Background pattern&#10;&#10;Description automatically generated">
            <a:extLst>
              <a:ext uri="{FF2B5EF4-FFF2-40B4-BE49-F238E27FC236}">
                <a16:creationId xmlns:a16="http://schemas.microsoft.com/office/drawing/2014/main" id="{7FA4913D-94CE-7240-841C-4B4804BDA5F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5" name="Text Placeholder 4">
            <a:extLst>
              <a:ext uri="{FF2B5EF4-FFF2-40B4-BE49-F238E27FC236}">
                <a16:creationId xmlns:a16="http://schemas.microsoft.com/office/drawing/2014/main" id="{1FE9D7C2-32AC-D84D-B06D-F8BE3550E3A1}"/>
              </a:ext>
            </a:extLst>
          </p:cNvPr>
          <p:cNvSpPr>
            <a:spLocks noGrp="1"/>
          </p:cNvSpPr>
          <p:nvPr>
            <p:ph type="body" sz="quarter" idx="10" hasCustomPrompt="1"/>
          </p:nvPr>
        </p:nvSpPr>
        <p:spPr>
          <a:xfrm>
            <a:off x="591399" y="572679"/>
            <a:ext cx="7256235"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Presentation title goes here Presentation title goes here</a:t>
            </a:r>
          </a:p>
        </p:txBody>
      </p:sp>
      <p:sp>
        <p:nvSpPr>
          <p:cNvPr id="13" name="Text Placeholder 12">
            <a:extLst>
              <a:ext uri="{FF2B5EF4-FFF2-40B4-BE49-F238E27FC236}">
                <a16:creationId xmlns:a16="http://schemas.microsoft.com/office/drawing/2014/main" id="{03ECFC8D-C791-B04C-A555-72884AC23CF8}"/>
              </a:ext>
            </a:extLst>
          </p:cNvPr>
          <p:cNvSpPr>
            <a:spLocks noGrp="1"/>
          </p:cNvSpPr>
          <p:nvPr>
            <p:ph type="body" sz="quarter" idx="12" hasCustomPrompt="1"/>
          </p:nvPr>
        </p:nvSpPr>
        <p:spPr>
          <a:xfrm>
            <a:off x="591401" y="2865798"/>
            <a:ext cx="6686092" cy="1150021"/>
          </a:xfrm>
          <a:prstGeom prst="rect">
            <a:avLst/>
          </a:prstGeom>
        </p:spPr>
        <p:txBody>
          <a:bodyPr/>
          <a:lstStyle>
            <a:lvl1pPr marL="0" indent="0">
              <a:buNone/>
              <a:defRPr sz="2000">
                <a:solidFill>
                  <a:schemeClr val="accent1"/>
                </a:solidFill>
                <a:latin typeface="Ubuntu" panose="020B0504030602030204" pitchFamily="34" charset="0"/>
              </a:defRPr>
            </a:lvl1pPr>
          </a:lstStyle>
          <a:p>
            <a:pPr lvl="0"/>
            <a:r>
              <a:rPr lang="en-GB"/>
              <a:t>Date time version number</a:t>
            </a:r>
            <a:endParaRPr lang="en-US"/>
          </a:p>
        </p:txBody>
      </p:sp>
      <p:cxnSp>
        <p:nvCxnSpPr>
          <p:cNvPr id="15" name="Google Shape;65;p14">
            <a:extLst>
              <a:ext uri="{FF2B5EF4-FFF2-40B4-BE49-F238E27FC236}">
                <a16:creationId xmlns:a16="http://schemas.microsoft.com/office/drawing/2014/main" id="{BC024A99-97CC-2C49-97DB-5BE55D077DFE}"/>
              </a:ext>
            </a:extLst>
          </p:cNvPr>
          <p:cNvCxnSpPr/>
          <p:nvPr userDrawn="1"/>
        </p:nvCxnSpPr>
        <p:spPr>
          <a:xfrm>
            <a:off x="298311" y="6407566"/>
            <a:ext cx="11595378" cy="0"/>
          </a:xfrm>
          <a:prstGeom prst="straightConnector1">
            <a:avLst/>
          </a:prstGeom>
          <a:noFill/>
          <a:ln w="9525" cap="flat" cmpd="sng">
            <a:solidFill>
              <a:schemeClr val="tx1"/>
            </a:solidFill>
            <a:prstDash val="solid"/>
            <a:round/>
            <a:headEnd type="none" w="med" len="med"/>
            <a:tailEnd type="none" w="med" len="med"/>
          </a:ln>
        </p:spPr>
      </p:cxnSp>
      <p:sp>
        <p:nvSpPr>
          <p:cNvPr id="2" name="TextBox 1">
            <a:extLst>
              <a:ext uri="{FF2B5EF4-FFF2-40B4-BE49-F238E27FC236}">
                <a16:creationId xmlns:a16="http://schemas.microsoft.com/office/drawing/2014/main" id="{67DDF3B5-271C-E842-8BD4-37FBE882DED6}"/>
              </a:ext>
            </a:extLst>
          </p:cNvPr>
          <p:cNvSpPr txBox="1"/>
          <p:nvPr userDrawn="1"/>
        </p:nvSpPr>
        <p:spPr>
          <a:xfrm>
            <a:off x="218662" y="6510130"/>
            <a:ext cx="7008650" cy="184666"/>
          </a:xfrm>
          <a:prstGeom prst="rect">
            <a:avLst/>
          </a:prstGeom>
          <a:noFill/>
        </p:spPr>
        <p:txBody>
          <a:bodyPr wrap="none" rtlCol="0">
            <a:spAutoFit/>
          </a:bodyPr>
          <a:lstStyle/>
          <a:p>
            <a:r>
              <a:rPr lang="en-US" sz="600" b="0" i="0" u="none" strike="noStrike" kern="1200">
                <a:solidFill>
                  <a:schemeClr val="tx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8" name="Graphic 4">
            <a:extLst>
              <a:ext uri="{FF2B5EF4-FFF2-40B4-BE49-F238E27FC236}">
                <a16:creationId xmlns:a16="http://schemas.microsoft.com/office/drawing/2014/main" id="{C7FF00BF-99DC-4DC4-9BC9-93FBFEEF656A}"/>
              </a:ext>
            </a:extLst>
          </p:cNvPr>
          <p:cNvGrpSpPr/>
          <p:nvPr userDrawn="1"/>
        </p:nvGrpSpPr>
        <p:grpSpPr>
          <a:xfrm>
            <a:off x="9274008" y="678594"/>
            <a:ext cx="2330418" cy="520011"/>
            <a:chOff x="2497995" y="2687207"/>
            <a:chExt cx="5762625" cy="1285875"/>
          </a:xfrm>
        </p:grpSpPr>
        <p:sp>
          <p:nvSpPr>
            <p:cNvPr id="9" name="Freeform: Shape 8">
              <a:extLst>
                <a:ext uri="{FF2B5EF4-FFF2-40B4-BE49-F238E27FC236}">
                  <a16:creationId xmlns:a16="http://schemas.microsoft.com/office/drawing/2014/main" id="{CDA7B5EF-1BD8-4FE6-81FA-A98EA3F9F269}"/>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90A44760-69F4-4834-9C8C-9FE83AB510BC}"/>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E3C2AB95-77E6-4BE7-B21B-40D83039E71C}"/>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DACDA203-7C93-4A34-8CB8-F5A9E3714088}"/>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1448B987-2747-4792-B5EE-FB7AA2E86A38}"/>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715902735"/>
      </p:ext>
    </p:extLst>
  </p:cSld>
  <p:clrMapOvr>
    <a:overrideClrMapping bg1="dk1" tx1="lt1" bg2="dk2" tx2="lt2" accent1="accent1" accent2="accent2" accent3="accent3" accent4="accent4" accent5="accent5" accent6="accent6" hlink="hlink" folHlink="folHlink"/>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itle Slide">
    <p:bg>
      <p:bgRef idx="1001">
        <a:schemeClr val="bg2"/>
      </p:bgRef>
    </p:bg>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8417C77C-8EB0-874B-BF1F-06257C9B2685}"/>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rot="16200000">
            <a:off x="556593" y="-556592"/>
            <a:ext cx="6857999" cy="7971184"/>
          </a:xfrm>
          <a:prstGeom prst="rect">
            <a:avLst/>
          </a:prstGeom>
        </p:spPr>
      </p:pic>
      <p:sp>
        <p:nvSpPr>
          <p:cNvPr id="10" name="Picture Placeholder 9">
            <a:extLst>
              <a:ext uri="{FF2B5EF4-FFF2-40B4-BE49-F238E27FC236}">
                <a16:creationId xmlns:a16="http://schemas.microsoft.com/office/drawing/2014/main" id="{4E114E41-DA55-BB47-8599-0093FC827A13}"/>
              </a:ext>
            </a:extLst>
          </p:cNvPr>
          <p:cNvSpPr>
            <a:spLocks noGrp="1"/>
          </p:cNvSpPr>
          <p:nvPr>
            <p:ph type="pic" sz="quarter" idx="13"/>
          </p:nvPr>
        </p:nvSpPr>
        <p:spPr>
          <a:xfrm>
            <a:off x="7971183" y="0"/>
            <a:ext cx="4220817" cy="6858000"/>
          </a:xfrm>
          <a:prstGeom prst="rect">
            <a:avLst/>
          </a:prstGeom>
        </p:spPr>
        <p:txBody>
          <a:bodyPr/>
          <a:lstStyle/>
          <a:p>
            <a:r>
              <a:rPr lang="en-US"/>
              <a:t>Click icon to add picture</a:t>
            </a:r>
          </a:p>
        </p:txBody>
      </p:sp>
      <p:sp>
        <p:nvSpPr>
          <p:cNvPr id="5" name="Text Placeholder 4">
            <a:extLst>
              <a:ext uri="{FF2B5EF4-FFF2-40B4-BE49-F238E27FC236}">
                <a16:creationId xmlns:a16="http://schemas.microsoft.com/office/drawing/2014/main" id="{1FE9D7C2-32AC-D84D-B06D-F8BE3550E3A1}"/>
              </a:ext>
            </a:extLst>
          </p:cNvPr>
          <p:cNvSpPr>
            <a:spLocks noGrp="1"/>
          </p:cNvSpPr>
          <p:nvPr>
            <p:ph type="body" sz="quarter" idx="10" hasCustomPrompt="1"/>
          </p:nvPr>
        </p:nvSpPr>
        <p:spPr>
          <a:xfrm>
            <a:off x="591399" y="572678"/>
            <a:ext cx="6594591" cy="1951861"/>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Presentation title goes here Presentation title goes here</a:t>
            </a:r>
          </a:p>
        </p:txBody>
      </p:sp>
      <p:cxnSp>
        <p:nvCxnSpPr>
          <p:cNvPr id="15" name="Google Shape;65;p14">
            <a:extLst>
              <a:ext uri="{FF2B5EF4-FFF2-40B4-BE49-F238E27FC236}">
                <a16:creationId xmlns:a16="http://schemas.microsoft.com/office/drawing/2014/main" id="{BC024A99-97CC-2C49-97DB-5BE55D077DFE}"/>
              </a:ext>
            </a:extLst>
          </p:cNvPr>
          <p:cNvCxnSpPr/>
          <p:nvPr userDrawn="1"/>
        </p:nvCxnSpPr>
        <p:spPr>
          <a:xfrm>
            <a:off x="298311" y="6407566"/>
            <a:ext cx="7464150" cy="0"/>
          </a:xfrm>
          <a:prstGeom prst="straightConnector1">
            <a:avLst/>
          </a:prstGeom>
          <a:noFill/>
          <a:ln w="9525" cap="flat" cmpd="sng">
            <a:solidFill>
              <a:srgbClr val="00A7E1"/>
            </a:solidFill>
            <a:prstDash val="solid"/>
            <a:round/>
            <a:headEnd type="none" w="med" len="med"/>
            <a:tailEnd type="none" w="med" len="med"/>
          </a:ln>
        </p:spPr>
      </p:cxnSp>
      <p:sp>
        <p:nvSpPr>
          <p:cNvPr id="9" name="Text Placeholder 12">
            <a:extLst>
              <a:ext uri="{FF2B5EF4-FFF2-40B4-BE49-F238E27FC236}">
                <a16:creationId xmlns:a16="http://schemas.microsoft.com/office/drawing/2014/main" id="{D4298314-9A1E-4B44-BD05-3F2C8A004246}"/>
              </a:ext>
            </a:extLst>
          </p:cNvPr>
          <p:cNvSpPr>
            <a:spLocks noGrp="1"/>
          </p:cNvSpPr>
          <p:nvPr>
            <p:ph type="body" sz="quarter" idx="12" hasCustomPrompt="1"/>
          </p:nvPr>
        </p:nvSpPr>
        <p:spPr>
          <a:xfrm>
            <a:off x="591401" y="2865798"/>
            <a:ext cx="6686092" cy="1150021"/>
          </a:xfrm>
          <a:prstGeom prst="rect">
            <a:avLst/>
          </a:prstGeom>
        </p:spPr>
        <p:txBody>
          <a:bodyPr/>
          <a:lstStyle>
            <a:lvl1pPr marL="0" indent="0">
              <a:buNone/>
              <a:defRPr sz="2000">
                <a:solidFill>
                  <a:schemeClr val="accent1"/>
                </a:solidFill>
                <a:latin typeface="Ubuntu" panose="020B0504030602030204" pitchFamily="34" charset="0"/>
              </a:defRPr>
            </a:lvl1pPr>
          </a:lstStyle>
          <a:p>
            <a:pPr lvl="0"/>
            <a:r>
              <a:rPr lang="en-GB"/>
              <a:t>Date time version number</a:t>
            </a:r>
            <a:endParaRPr lang="en-US"/>
          </a:p>
        </p:txBody>
      </p:sp>
      <p:sp>
        <p:nvSpPr>
          <p:cNvPr id="13" name="TextBox 12">
            <a:extLst>
              <a:ext uri="{FF2B5EF4-FFF2-40B4-BE49-F238E27FC236}">
                <a16:creationId xmlns:a16="http://schemas.microsoft.com/office/drawing/2014/main" id="{5C0F2F98-52EA-9643-836B-BE43540FDE6D}"/>
              </a:ext>
            </a:extLst>
          </p:cNvPr>
          <p:cNvSpPr txBox="1"/>
          <p:nvPr userDrawn="1"/>
        </p:nvSpPr>
        <p:spPr>
          <a:xfrm>
            <a:off x="218662" y="6510129"/>
            <a:ext cx="4505738" cy="276999"/>
          </a:xfrm>
          <a:prstGeom prst="rect">
            <a:avLst/>
          </a:prstGeom>
          <a:noFill/>
        </p:spPr>
        <p:txBody>
          <a:bodyPr wrap="square" rtlCol="0">
            <a:spAutoFit/>
          </a:bodyPr>
          <a:lstStyle/>
          <a:p>
            <a:r>
              <a:rPr lang="en-US" sz="600" b="0" i="0" u="none" strike="noStrike" kern="1200">
                <a:solidFill>
                  <a:schemeClr val="tx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2" name="Graphic 4">
            <a:extLst>
              <a:ext uri="{FF2B5EF4-FFF2-40B4-BE49-F238E27FC236}">
                <a16:creationId xmlns:a16="http://schemas.microsoft.com/office/drawing/2014/main" id="{1A4426D6-840F-45B6-8F81-878436BA1AF2}"/>
              </a:ext>
            </a:extLst>
          </p:cNvPr>
          <p:cNvGrpSpPr/>
          <p:nvPr userDrawn="1"/>
        </p:nvGrpSpPr>
        <p:grpSpPr>
          <a:xfrm>
            <a:off x="298311" y="5827455"/>
            <a:ext cx="1375944" cy="307029"/>
            <a:chOff x="2497995" y="2687207"/>
            <a:chExt cx="5762625" cy="1285875"/>
          </a:xfrm>
        </p:grpSpPr>
        <p:sp>
          <p:nvSpPr>
            <p:cNvPr id="14" name="Freeform: Shape 13">
              <a:extLst>
                <a:ext uri="{FF2B5EF4-FFF2-40B4-BE49-F238E27FC236}">
                  <a16:creationId xmlns:a16="http://schemas.microsoft.com/office/drawing/2014/main" id="{68BA5F65-96F7-494C-8A6C-549A172551A6}"/>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26D8BD1B-582B-49E4-BBD9-03717BC19DEA}"/>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431F1F32-3B22-43C2-A3B5-3CDC37DA4D07}"/>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4C1654BE-C159-4F69-A811-D377F2C1969A}"/>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4E8DF507-D6EB-4DEA-B7AA-3740F4E1333C}"/>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278785937"/>
      </p:ext>
    </p:extLst>
  </p:cSld>
  <p:clrMapOvr>
    <a:overrideClrMapping bg1="dk1" tx1="lt1" bg2="dk2" tx2="lt2" accent1="accent1" accent2="accent2" accent3="accent3" accent4="accent4" accent5="accent5" accent6="accent6" hlink="hlink" folHlink="folHlink"/>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7_Title Slide">
    <p:bg>
      <p:bgRef idx="1001">
        <a:schemeClr val="bg2"/>
      </p:bgRef>
    </p:bg>
    <p:spTree>
      <p:nvGrpSpPr>
        <p:cNvPr id="1" name=""/>
        <p:cNvGrpSpPr/>
        <p:nvPr/>
      </p:nvGrpSpPr>
      <p:grpSpPr>
        <a:xfrm>
          <a:off x="0" y="0"/>
          <a:ext cx="0" cy="0"/>
          <a:chOff x="0" y="0"/>
          <a:chExt cx="0" cy="0"/>
        </a:xfrm>
      </p:grpSpPr>
      <p:pic>
        <p:nvPicPr>
          <p:cNvPr id="9" name="Picture 8" descr="Background pattern&#10;&#10;Description automatically generated">
            <a:extLst>
              <a:ext uri="{FF2B5EF4-FFF2-40B4-BE49-F238E27FC236}">
                <a16:creationId xmlns:a16="http://schemas.microsoft.com/office/drawing/2014/main" id="{78D18096-9C58-DB48-B976-A06F36A29D2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rot="16200000">
            <a:off x="-380998" y="380998"/>
            <a:ext cx="6857999" cy="6096001"/>
          </a:xfrm>
          <a:prstGeom prst="rect">
            <a:avLst/>
          </a:prstGeom>
        </p:spPr>
      </p:pic>
      <p:sp>
        <p:nvSpPr>
          <p:cNvPr id="10" name="Picture Placeholder 9">
            <a:extLst>
              <a:ext uri="{FF2B5EF4-FFF2-40B4-BE49-F238E27FC236}">
                <a16:creationId xmlns:a16="http://schemas.microsoft.com/office/drawing/2014/main" id="{4E114E41-DA55-BB47-8599-0093FC827A13}"/>
              </a:ext>
            </a:extLst>
          </p:cNvPr>
          <p:cNvSpPr>
            <a:spLocks noGrp="1"/>
          </p:cNvSpPr>
          <p:nvPr>
            <p:ph type="pic" sz="quarter" idx="13"/>
          </p:nvPr>
        </p:nvSpPr>
        <p:spPr>
          <a:xfrm>
            <a:off x="6096000" y="0"/>
            <a:ext cx="6096000" cy="6858000"/>
          </a:xfrm>
          <a:prstGeom prst="rect">
            <a:avLst/>
          </a:prstGeom>
        </p:spPr>
        <p:txBody>
          <a:bodyPr/>
          <a:lstStyle/>
          <a:p>
            <a:r>
              <a:rPr lang="en-US"/>
              <a:t>Click icon to add picture</a:t>
            </a:r>
          </a:p>
        </p:txBody>
      </p:sp>
      <p:sp>
        <p:nvSpPr>
          <p:cNvPr id="5" name="Text Placeholder 4">
            <a:extLst>
              <a:ext uri="{FF2B5EF4-FFF2-40B4-BE49-F238E27FC236}">
                <a16:creationId xmlns:a16="http://schemas.microsoft.com/office/drawing/2014/main" id="{1FE9D7C2-32AC-D84D-B06D-F8BE3550E3A1}"/>
              </a:ext>
            </a:extLst>
          </p:cNvPr>
          <p:cNvSpPr>
            <a:spLocks noGrp="1"/>
          </p:cNvSpPr>
          <p:nvPr>
            <p:ph type="body" sz="quarter" idx="10" hasCustomPrompt="1"/>
          </p:nvPr>
        </p:nvSpPr>
        <p:spPr>
          <a:xfrm>
            <a:off x="591400" y="572678"/>
            <a:ext cx="4696218" cy="2597899"/>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Presentation title goes here Presentation title goes here</a:t>
            </a:r>
          </a:p>
        </p:txBody>
      </p:sp>
      <p:sp>
        <p:nvSpPr>
          <p:cNvPr id="13" name="Text Placeholder 12">
            <a:extLst>
              <a:ext uri="{FF2B5EF4-FFF2-40B4-BE49-F238E27FC236}">
                <a16:creationId xmlns:a16="http://schemas.microsoft.com/office/drawing/2014/main" id="{03ECFC8D-C791-B04C-A555-72884AC23CF8}"/>
              </a:ext>
            </a:extLst>
          </p:cNvPr>
          <p:cNvSpPr>
            <a:spLocks noGrp="1"/>
          </p:cNvSpPr>
          <p:nvPr>
            <p:ph type="body" sz="quarter" idx="12" hasCustomPrompt="1"/>
          </p:nvPr>
        </p:nvSpPr>
        <p:spPr>
          <a:xfrm>
            <a:off x="591401" y="3422389"/>
            <a:ext cx="4696217" cy="1150021"/>
          </a:xfrm>
          <a:prstGeom prst="rect">
            <a:avLst/>
          </a:prstGeom>
        </p:spPr>
        <p:txBody>
          <a:bodyPr/>
          <a:lstStyle>
            <a:lvl1pPr marL="0" indent="0">
              <a:buNone/>
              <a:defRPr sz="2000">
                <a:solidFill>
                  <a:schemeClr val="accent1"/>
                </a:solidFill>
                <a:latin typeface="Ubuntu" panose="020B0504030602030204" pitchFamily="34" charset="0"/>
              </a:defRPr>
            </a:lvl1pPr>
          </a:lstStyle>
          <a:p>
            <a:pPr lvl="0"/>
            <a:r>
              <a:rPr lang="en-GB"/>
              <a:t>Date time version number</a:t>
            </a:r>
            <a:endParaRPr lang="en-US"/>
          </a:p>
        </p:txBody>
      </p:sp>
      <p:cxnSp>
        <p:nvCxnSpPr>
          <p:cNvPr id="15" name="Google Shape;65;p14">
            <a:extLst>
              <a:ext uri="{FF2B5EF4-FFF2-40B4-BE49-F238E27FC236}">
                <a16:creationId xmlns:a16="http://schemas.microsoft.com/office/drawing/2014/main" id="{BC024A99-97CC-2C49-97DB-5BE55D077DFE}"/>
              </a:ext>
            </a:extLst>
          </p:cNvPr>
          <p:cNvCxnSpPr/>
          <p:nvPr userDrawn="1"/>
        </p:nvCxnSpPr>
        <p:spPr>
          <a:xfrm>
            <a:off x="298311" y="6407566"/>
            <a:ext cx="5675106" cy="0"/>
          </a:xfrm>
          <a:prstGeom prst="straightConnector1">
            <a:avLst/>
          </a:prstGeom>
          <a:noFill/>
          <a:ln w="9525" cap="flat" cmpd="sng">
            <a:solidFill>
              <a:srgbClr val="00A7E1"/>
            </a:solidFill>
            <a:prstDash val="solid"/>
            <a:round/>
            <a:headEnd type="none" w="med" len="med"/>
            <a:tailEnd type="none" w="med" len="med"/>
          </a:ln>
        </p:spPr>
      </p:cxnSp>
      <p:sp>
        <p:nvSpPr>
          <p:cNvPr id="11" name="TextBox 10">
            <a:extLst>
              <a:ext uri="{FF2B5EF4-FFF2-40B4-BE49-F238E27FC236}">
                <a16:creationId xmlns:a16="http://schemas.microsoft.com/office/drawing/2014/main" id="{2C743FC9-13BB-D047-855F-87FEBDFC689C}"/>
              </a:ext>
            </a:extLst>
          </p:cNvPr>
          <p:cNvSpPr txBox="1"/>
          <p:nvPr userDrawn="1"/>
        </p:nvSpPr>
        <p:spPr>
          <a:xfrm>
            <a:off x="218662" y="6510129"/>
            <a:ext cx="4495578" cy="276999"/>
          </a:xfrm>
          <a:prstGeom prst="rect">
            <a:avLst/>
          </a:prstGeom>
          <a:noFill/>
        </p:spPr>
        <p:txBody>
          <a:bodyPr wrap="square" rtlCol="0">
            <a:spAutoFit/>
          </a:bodyPr>
          <a:lstStyle/>
          <a:p>
            <a:r>
              <a:rPr lang="en-US" sz="600" b="0" i="0" u="none" strike="noStrike" kern="1200">
                <a:solidFill>
                  <a:schemeClr val="tx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4" name="Graphic 4">
            <a:extLst>
              <a:ext uri="{FF2B5EF4-FFF2-40B4-BE49-F238E27FC236}">
                <a16:creationId xmlns:a16="http://schemas.microsoft.com/office/drawing/2014/main" id="{9C060139-F205-4452-8C5A-510BDCFBAD76}"/>
              </a:ext>
            </a:extLst>
          </p:cNvPr>
          <p:cNvGrpSpPr/>
          <p:nvPr userDrawn="1"/>
        </p:nvGrpSpPr>
        <p:grpSpPr>
          <a:xfrm>
            <a:off x="298311" y="5827455"/>
            <a:ext cx="1375944" cy="307029"/>
            <a:chOff x="2497995" y="2687207"/>
            <a:chExt cx="5762625" cy="1285875"/>
          </a:xfrm>
        </p:grpSpPr>
        <p:sp>
          <p:nvSpPr>
            <p:cNvPr id="16" name="Freeform: Shape 15">
              <a:extLst>
                <a:ext uri="{FF2B5EF4-FFF2-40B4-BE49-F238E27FC236}">
                  <a16:creationId xmlns:a16="http://schemas.microsoft.com/office/drawing/2014/main" id="{CCE7E097-23FD-4C65-99E5-BEFD57F08A7A}"/>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51009C2C-E4F1-4761-BB49-7E210CF4AC1C}"/>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8F882910-73F3-4DE7-B4D6-53BBA8434F60}"/>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0D7EDDEF-DDE4-4AE1-9C47-F171D84F4E61}"/>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AF701F7-3CB5-4A04-84C5-20BEF24BC1E3}"/>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238599684"/>
      </p:ext>
    </p:extLst>
  </p:cSld>
  <p:clrMapOvr>
    <a:overrideClrMapping bg1="dk1" tx1="lt1" bg2="dk2" tx2="lt2" accent1="accent1" accent2="accent2" accent3="accent3" accent4="accent4" accent5="accent5" accent6="accent6" hlink="hlink" folHlink="folHlink"/>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Title Slide">
    <p:bg>
      <p:bgPr>
        <a:solidFill>
          <a:schemeClr val="tx2"/>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1FE9D7C2-32AC-D84D-B06D-F8BE3550E3A1}"/>
              </a:ext>
            </a:extLst>
          </p:cNvPr>
          <p:cNvSpPr>
            <a:spLocks noGrp="1"/>
          </p:cNvSpPr>
          <p:nvPr>
            <p:ph type="body" sz="quarter" idx="10" hasCustomPrompt="1"/>
          </p:nvPr>
        </p:nvSpPr>
        <p:spPr>
          <a:xfrm>
            <a:off x="591399" y="572679"/>
            <a:ext cx="7256235"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bg2"/>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Presentation title goes here Presentation title goes here</a:t>
            </a:r>
          </a:p>
        </p:txBody>
      </p:sp>
      <p:sp>
        <p:nvSpPr>
          <p:cNvPr id="13" name="Text Placeholder 12">
            <a:extLst>
              <a:ext uri="{FF2B5EF4-FFF2-40B4-BE49-F238E27FC236}">
                <a16:creationId xmlns:a16="http://schemas.microsoft.com/office/drawing/2014/main" id="{03ECFC8D-C791-B04C-A555-72884AC23CF8}"/>
              </a:ext>
            </a:extLst>
          </p:cNvPr>
          <p:cNvSpPr>
            <a:spLocks noGrp="1"/>
          </p:cNvSpPr>
          <p:nvPr>
            <p:ph type="body" sz="quarter" idx="12" hasCustomPrompt="1"/>
          </p:nvPr>
        </p:nvSpPr>
        <p:spPr>
          <a:xfrm>
            <a:off x="591401" y="2865798"/>
            <a:ext cx="6686092" cy="1150021"/>
          </a:xfrm>
          <a:prstGeom prst="rect">
            <a:avLst/>
          </a:prstGeom>
        </p:spPr>
        <p:txBody>
          <a:bodyPr/>
          <a:lstStyle>
            <a:lvl1pPr marL="0" indent="0">
              <a:buNone/>
              <a:defRPr sz="2000">
                <a:solidFill>
                  <a:schemeClr val="accent1"/>
                </a:solidFill>
                <a:latin typeface="Ubuntu" panose="020B0504030602030204" pitchFamily="34" charset="0"/>
              </a:defRPr>
            </a:lvl1pPr>
          </a:lstStyle>
          <a:p>
            <a:pPr lvl="0"/>
            <a:r>
              <a:rPr lang="en-GB"/>
              <a:t>Date time version number</a:t>
            </a:r>
            <a:endParaRPr lang="en-US"/>
          </a:p>
        </p:txBody>
      </p:sp>
      <p:cxnSp>
        <p:nvCxnSpPr>
          <p:cNvPr id="15" name="Google Shape;65;p14">
            <a:extLst>
              <a:ext uri="{FF2B5EF4-FFF2-40B4-BE49-F238E27FC236}">
                <a16:creationId xmlns:a16="http://schemas.microsoft.com/office/drawing/2014/main" id="{BC024A99-97CC-2C49-97DB-5BE55D077DFE}"/>
              </a:ext>
            </a:extLst>
          </p:cNvPr>
          <p:cNvCxnSpPr/>
          <p:nvPr userDrawn="1"/>
        </p:nvCxnSpPr>
        <p:spPr>
          <a:xfrm>
            <a:off x="298311" y="6407566"/>
            <a:ext cx="11595378" cy="0"/>
          </a:xfrm>
          <a:prstGeom prst="straightConnector1">
            <a:avLst/>
          </a:prstGeom>
          <a:noFill/>
          <a:ln w="9525" cap="flat" cmpd="sng">
            <a:solidFill>
              <a:srgbClr val="00A7E1"/>
            </a:solidFill>
            <a:prstDash val="solid"/>
            <a:round/>
            <a:headEnd type="none" w="med" len="med"/>
            <a:tailEnd type="none" w="med" len="med"/>
          </a:ln>
        </p:spPr>
      </p:cxnSp>
      <p:sp>
        <p:nvSpPr>
          <p:cNvPr id="9" name="TextBox 8">
            <a:extLst>
              <a:ext uri="{FF2B5EF4-FFF2-40B4-BE49-F238E27FC236}">
                <a16:creationId xmlns:a16="http://schemas.microsoft.com/office/drawing/2014/main" id="{FDC529F5-347D-0C46-B6C0-390ABAD9F4F1}"/>
              </a:ext>
            </a:extLst>
          </p:cNvPr>
          <p:cNvSpPr txBox="1"/>
          <p:nvPr userDrawn="1"/>
        </p:nvSpPr>
        <p:spPr>
          <a:xfrm>
            <a:off x="218661" y="6510130"/>
            <a:ext cx="11675027" cy="184666"/>
          </a:xfrm>
          <a:prstGeom prst="rect">
            <a:avLst/>
          </a:prstGeom>
          <a:noFill/>
        </p:spPr>
        <p:txBody>
          <a:bodyPr wrap="square" rtlCol="0">
            <a:spAutoFit/>
          </a:bodyPr>
          <a:lstStyle/>
          <a:p>
            <a:r>
              <a:rPr lang="en-US" sz="600" b="0" i="0" u="none" strike="noStrike" kern="1200">
                <a:solidFill>
                  <a:schemeClr val="bg2"/>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7" name="Graphic 4">
            <a:extLst>
              <a:ext uri="{FF2B5EF4-FFF2-40B4-BE49-F238E27FC236}">
                <a16:creationId xmlns:a16="http://schemas.microsoft.com/office/drawing/2014/main" id="{C0605359-DE4D-40AA-ACC4-F7EAAB94234D}"/>
              </a:ext>
            </a:extLst>
          </p:cNvPr>
          <p:cNvGrpSpPr/>
          <p:nvPr userDrawn="1"/>
        </p:nvGrpSpPr>
        <p:grpSpPr>
          <a:xfrm>
            <a:off x="9274008" y="678594"/>
            <a:ext cx="2330418" cy="520011"/>
            <a:chOff x="2497995" y="2687207"/>
            <a:chExt cx="5762625" cy="1285875"/>
          </a:xfrm>
        </p:grpSpPr>
        <p:sp>
          <p:nvSpPr>
            <p:cNvPr id="10" name="Freeform: Shape 9">
              <a:extLst>
                <a:ext uri="{FF2B5EF4-FFF2-40B4-BE49-F238E27FC236}">
                  <a16:creationId xmlns:a16="http://schemas.microsoft.com/office/drawing/2014/main" id="{2C7817BC-D723-4B87-83E3-01F618438BFB}"/>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D5FBEEF9-ED02-4BFB-850F-A7DF7D3F0993}"/>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E6723BD-EF3A-4126-BA62-F2E96A477C29}"/>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rgbClr val="002060"/>
            </a:solid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456BCC60-8527-4707-8B05-9C1771AE65AE}"/>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rgbClr val="002060"/>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C3AC27E1-5AF9-4DF1-9B59-C5B1797B5D16}"/>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rgbClr val="002060"/>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68319272"/>
      </p:ext>
    </p:extLst>
  </p:cSld>
  <p:clrMapOvr>
    <a:overrideClrMapping bg1="dk1" tx1="lt1" bg2="dk2" tx2="lt2" accent1="accent1" accent2="accent2" accent3="accent3" accent4="accent4" accent5="accent5" accent6="accent6" hlink="hlink" folHlink="folHlink"/>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Title Slide">
    <p:bg>
      <p:bgPr>
        <a:solidFill>
          <a:schemeClr val="tx2"/>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4E114E41-DA55-BB47-8599-0093FC827A13}"/>
              </a:ext>
            </a:extLst>
          </p:cNvPr>
          <p:cNvSpPr>
            <a:spLocks noGrp="1"/>
          </p:cNvSpPr>
          <p:nvPr>
            <p:ph type="pic" sz="quarter" idx="13"/>
          </p:nvPr>
        </p:nvSpPr>
        <p:spPr>
          <a:xfrm>
            <a:off x="6096000" y="0"/>
            <a:ext cx="6096000" cy="6858000"/>
          </a:xfrm>
          <a:prstGeom prst="rect">
            <a:avLst/>
          </a:prstGeom>
        </p:spPr>
        <p:txBody>
          <a:bodyPr/>
          <a:lstStyle/>
          <a:p>
            <a:r>
              <a:rPr lang="en-US"/>
              <a:t>Click icon to add picture</a:t>
            </a:r>
          </a:p>
        </p:txBody>
      </p:sp>
      <p:sp>
        <p:nvSpPr>
          <p:cNvPr id="5" name="Text Placeholder 4">
            <a:extLst>
              <a:ext uri="{FF2B5EF4-FFF2-40B4-BE49-F238E27FC236}">
                <a16:creationId xmlns:a16="http://schemas.microsoft.com/office/drawing/2014/main" id="{1FE9D7C2-32AC-D84D-B06D-F8BE3550E3A1}"/>
              </a:ext>
            </a:extLst>
          </p:cNvPr>
          <p:cNvSpPr>
            <a:spLocks noGrp="1"/>
          </p:cNvSpPr>
          <p:nvPr>
            <p:ph type="body" sz="quarter" idx="10" hasCustomPrompt="1"/>
          </p:nvPr>
        </p:nvSpPr>
        <p:spPr>
          <a:xfrm>
            <a:off x="591400" y="572678"/>
            <a:ext cx="4696218" cy="2597899"/>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bg2"/>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Presentation title goes here Presentation title goes here</a:t>
            </a:r>
          </a:p>
        </p:txBody>
      </p:sp>
      <p:sp>
        <p:nvSpPr>
          <p:cNvPr id="13" name="Text Placeholder 12">
            <a:extLst>
              <a:ext uri="{FF2B5EF4-FFF2-40B4-BE49-F238E27FC236}">
                <a16:creationId xmlns:a16="http://schemas.microsoft.com/office/drawing/2014/main" id="{03ECFC8D-C791-B04C-A555-72884AC23CF8}"/>
              </a:ext>
            </a:extLst>
          </p:cNvPr>
          <p:cNvSpPr>
            <a:spLocks noGrp="1"/>
          </p:cNvSpPr>
          <p:nvPr>
            <p:ph type="body" sz="quarter" idx="12" hasCustomPrompt="1"/>
          </p:nvPr>
        </p:nvSpPr>
        <p:spPr>
          <a:xfrm>
            <a:off x="591401" y="3422389"/>
            <a:ext cx="4696217" cy="1150021"/>
          </a:xfrm>
          <a:prstGeom prst="rect">
            <a:avLst/>
          </a:prstGeom>
        </p:spPr>
        <p:txBody>
          <a:bodyPr/>
          <a:lstStyle>
            <a:lvl1pPr marL="0" indent="0">
              <a:buNone/>
              <a:defRPr sz="2000">
                <a:solidFill>
                  <a:schemeClr val="accent1"/>
                </a:solidFill>
                <a:latin typeface="Ubuntu" panose="020B0504030602030204" pitchFamily="34" charset="0"/>
              </a:defRPr>
            </a:lvl1pPr>
          </a:lstStyle>
          <a:p>
            <a:pPr lvl="0"/>
            <a:r>
              <a:rPr lang="en-GB"/>
              <a:t>Date time version number</a:t>
            </a:r>
            <a:endParaRPr lang="en-US"/>
          </a:p>
        </p:txBody>
      </p:sp>
      <p:cxnSp>
        <p:nvCxnSpPr>
          <p:cNvPr id="15" name="Google Shape;65;p14">
            <a:extLst>
              <a:ext uri="{FF2B5EF4-FFF2-40B4-BE49-F238E27FC236}">
                <a16:creationId xmlns:a16="http://schemas.microsoft.com/office/drawing/2014/main" id="{BC024A99-97CC-2C49-97DB-5BE55D077DFE}"/>
              </a:ext>
            </a:extLst>
          </p:cNvPr>
          <p:cNvCxnSpPr/>
          <p:nvPr userDrawn="1"/>
        </p:nvCxnSpPr>
        <p:spPr>
          <a:xfrm>
            <a:off x="298311" y="6407566"/>
            <a:ext cx="5675106" cy="0"/>
          </a:xfrm>
          <a:prstGeom prst="straightConnector1">
            <a:avLst/>
          </a:prstGeom>
          <a:noFill/>
          <a:ln w="9525" cap="flat" cmpd="sng">
            <a:solidFill>
              <a:srgbClr val="00A7E1"/>
            </a:solidFill>
            <a:prstDash val="solid"/>
            <a:round/>
            <a:headEnd type="none" w="med" len="med"/>
            <a:tailEnd type="none" w="med" len="med"/>
          </a:ln>
        </p:spPr>
      </p:cxnSp>
      <p:sp>
        <p:nvSpPr>
          <p:cNvPr id="8" name="TextBox 7">
            <a:extLst>
              <a:ext uri="{FF2B5EF4-FFF2-40B4-BE49-F238E27FC236}">
                <a16:creationId xmlns:a16="http://schemas.microsoft.com/office/drawing/2014/main" id="{201B0BA7-02D4-184F-9122-36E85877924B}"/>
              </a:ext>
            </a:extLst>
          </p:cNvPr>
          <p:cNvSpPr txBox="1"/>
          <p:nvPr userDrawn="1"/>
        </p:nvSpPr>
        <p:spPr>
          <a:xfrm>
            <a:off x="218662" y="6510129"/>
            <a:ext cx="5675106" cy="276999"/>
          </a:xfrm>
          <a:prstGeom prst="rect">
            <a:avLst/>
          </a:prstGeom>
          <a:noFill/>
        </p:spPr>
        <p:txBody>
          <a:bodyPr wrap="square" rtlCol="0">
            <a:spAutoFit/>
          </a:bodyPr>
          <a:lstStyle/>
          <a:p>
            <a:r>
              <a:rPr lang="en-US" sz="600" b="0" i="0" u="none" strike="noStrike" kern="1200">
                <a:solidFill>
                  <a:schemeClr val="bg2"/>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9" name="Graphic 4">
            <a:extLst>
              <a:ext uri="{FF2B5EF4-FFF2-40B4-BE49-F238E27FC236}">
                <a16:creationId xmlns:a16="http://schemas.microsoft.com/office/drawing/2014/main" id="{D781A195-7994-4D09-936D-F8FAAF565D7E}"/>
              </a:ext>
            </a:extLst>
          </p:cNvPr>
          <p:cNvGrpSpPr/>
          <p:nvPr userDrawn="1"/>
        </p:nvGrpSpPr>
        <p:grpSpPr>
          <a:xfrm>
            <a:off x="298311" y="5827455"/>
            <a:ext cx="1375944" cy="307029"/>
            <a:chOff x="2497995" y="2687207"/>
            <a:chExt cx="5762625" cy="1285875"/>
          </a:xfrm>
        </p:grpSpPr>
        <p:sp>
          <p:nvSpPr>
            <p:cNvPr id="12" name="Freeform: Shape 11">
              <a:extLst>
                <a:ext uri="{FF2B5EF4-FFF2-40B4-BE49-F238E27FC236}">
                  <a16:creationId xmlns:a16="http://schemas.microsoft.com/office/drawing/2014/main" id="{18D796DD-7A83-49B1-94BC-337AACFB134A}"/>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A1A1198B-9088-4D79-8402-E3EA1D03C416}"/>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ACF8D276-8249-4287-983C-3D0136D63DE3}"/>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bg2"/>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3A44B308-1376-41A4-804F-C81057C6CE66}"/>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bg2"/>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A93D8C2A-7E43-48CA-9421-20427D167EE8}"/>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bg2"/>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343078583"/>
      </p:ext>
    </p:extLst>
  </p:cSld>
  <p:clrMapOvr>
    <a:overrideClrMapping bg1="dk1" tx1="lt1" bg2="dk2" tx2="lt2" accent1="accent1" accent2="accent2" accent3="accent3" accent4="accent4" accent5="accent5" accent6="accent6" hlink="hlink" folHlink="folHlink"/>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6_Title Slide">
    <p:bg>
      <p:bgPr>
        <a:solidFill>
          <a:schemeClr val="tx2"/>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4E114E41-DA55-BB47-8599-0093FC827A13}"/>
              </a:ext>
            </a:extLst>
          </p:cNvPr>
          <p:cNvSpPr>
            <a:spLocks noGrp="1"/>
          </p:cNvSpPr>
          <p:nvPr>
            <p:ph type="pic" sz="quarter" idx="13"/>
          </p:nvPr>
        </p:nvSpPr>
        <p:spPr>
          <a:xfrm>
            <a:off x="7971183" y="0"/>
            <a:ext cx="4220817" cy="6858000"/>
          </a:xfrm>
          <a:prstGeom prst="rect">
            <a:avLst/>
          </a:prstGeom>
        </p:spPr>
        <p:txBody>
          <a:bodyPr/>
          <a:lstStyle/>
          <a:p>
            <a:r>
              <a:rPr lang="en-US"/>
              <a:t>Click icon to add picture</a:t>
            </a:r>
          </a:p>
        </p:txBody>
      </p:sp>
      <p:sp>
        <p:nvSpPr>
          <p:cNvPr id="5" name="Text Placeholder 4">
            <a:extLst>
              <a:ext uri="{FF2B5EF4-FFF2-40B4-BE49-F238E27FC236}">
                <a16:creationId xmlns:a16="http://schemas.microsoft.com/office/drawing/2014/main" id="{1FE9D7C2-32AC-D84D-B06D-F8BE3550E3A1}"/>
              </a:ext>
            </a:extLst>
          </p:cNvPr>
          <p:cNvSpPr>
            <a:spLocks noGrp="1"/>
          </p:cNvSpPr>
          <p:nvPr>
            <p:ph type="body" sz="quarter" idx="10" hasCustomPrompt="1"/>
          </p:nvPr>
        </p:nvSpPr>
        <p:spPr>
          <a:xfrm>
            <a:off x="591399" y="572678"/>
            <a:ext cx="6594591" cy="1951861"/>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bg2"/>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Presentation title goes here Presentation title goes here</a:t>
            </a:r>
          </a:p>
        </p:txBody>
      </p:sp>
      <p:cxnSp>
        <p:nvCxnSpPr>
          <p:cNvPr id="15" name="Google Shape;65;p14">
            <a:extLst>
              <a:ext uri="{FF2B5EF4-FFF2-40B4-BE49-F238E27FC236}">
                <a16:creationId xmlns:a16="http://schemas.microsoft.com/office/drawing/2014/main" id="{BC024A99-97CC-2C49-97DB-5BE55D077DFE}"/>
              </a:ext>
            </a:extLst>
          </p:cNvPr>
          <p:cNvCxnSpPr/>
          <p:nvPr userDrawn="1"/>
        </p:nvCxnSpPr>
        <p:spPr>
          <a:xfrm>
            <a:off x="298311" y="6407566"/>
            <a:ext cx="7464150" cy="0"/>
          </a:xfrm>
          <a:prstGeom prst="straightConnector1">
            <a:avLst/>
          </a:prstGeom>
          <a:noFill/>
          <a:ln w="9525" cap="flat" cmpd="sng">
            <a:solidFill>
              <a:srgbClr val="00A7E1"/>
            </a:solidFill>
            <a:prstDash val="solid"/>
            <a:round/>
            <a:headEnd type="none" w="med" len="med"/>
            <a:tailEnd type="none" w="med" len="med"/>
          </a:ln>
        </p:spPr>
      </p:cxnSp>
      <p:sp>
        <p:nvSpPr>
          <p:cNvPr id="9" name="Text Placeholder 12">
            <a:extLst>
              <a:ext uri="{FF2B5EF4-FFF2-40B4-BE49-F238E27FC236}">
                <a16:creationId xmlns:a16="http://schemas.microsoft.com/office/drawing/2014/main" id="{D4298314-9A1E-4B44-BD05-3F2C8A004246}"/>
              </a:ext>
            </a:extLst>
          </p:cNvPr>
          <p:cNvSpPr>
            <a:spLocks noGrp="1"/>
          </p:cNvSpPr>
          <p:nvPr>
            <p:ph type="body" sz="quarter" idx="12" hasCustomPrompt="1"/>
          </p:nvPr>
        </p:nvSpPr>
        <p:spPr>
          <a:xfrm>
            <a:off x="591401" y="2865798"/>
            <a:ext cx="6686092" cy="1150021"/>
          </a:xfrm>
          <a:prstGeom prst="rect">
            <a:avLst/>
          </a:prstGeom>
        </p:spPr>
        <p:txBody>
          <a:bodyPr/>
          <a:lstStyle>
            <a:lvl1pPr marL="0" indent="0">
              <a:buNone/>
              <a:defRPr sz="2000">
                <a:solidFill>
                  <a:schemeClr val="accent1"/>
                </a:solidFill>
                <a:latin typeface="Ubuntu" panose="020B0504030602030204" pitchFamily="34" charset="0"/>
              </a:defRPr>
            </a:lvl1pPr>
          </a:lstStyle>
          <a:p>
            <a:pPr lvl="0"/>
            <a:r>
              <a:rPr lang="en-GB"/>
              <a:t>Date time version number</a:t>
            </a:r>
            <a:endParaRPr lang="en-US"/>
          </a:p>
        </p:txBody>
      </p:sp>
      <p:sp>
        <p:nvSpPr>
          <p:cNvPr id="8" name="TextBox 7">
            <a:extLst>
              <a:ext uri="{FF2B5EF4-FFF2-40B4-BE49-F238E27FC236}">
                <a16:creationId xmlns:a16="http://schemas.microsoft.com/office/drawing/2014/main" id="{35935E3B-B8A1-7849-911E-014BE2C9DF25}"/>
              </a:ext>
            </a:extLst>
          </p:cNvPr>
          <p:cNvSpPr txBox="1"/>
          <p:nvPr userDrawn="1"/>
        </p:nvSpPr>
        <p:spPr>
          <a:xfrm>
            <a:off x="218662" y="6510129"/>
            <a:ext cx="7645178" cy="184666"/>
          </a:xfrm>
          <a:prstGeom prst="rect">
            <a:avLst/>
          </a:prstGeom>
          <a:noFill/>
        </p:spPr>
        <p:txBody>
          <a:bodyPr wrap="square" rtlCol="0">
            <a:spAutoFit/>
          </a:bodyPr>
          <a:lstStyle/>
          <a:p>
            <a:r>
              <a:rPr lang="en-US" sz="600" b="0" i="0" u="none" strike="noStrike" kern="1200">
                <a:solidFill>
                  <a:schemeClr val="bg2"/>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1" name="Graphic 4">
            <a:extLst>
              <a:ext uri="{FF2B5EF4-FFF2-40B4-BE49-F238E27FC236}">
                <a16:creationId xmlns:a16="http://schemas.microsoft.com/office/drawing/2014/main" id="{1933F728-2694-4C8D-8A4A-20A42F02F634}"/>
              </a:ext>
            </a:extLst>
          </p:cNvPr>
          <p:cNvGrpSpPr/>
          <p:nvPr userDrawn="1"/>
        </p:nvGrpSpPr>
        <p:grpSpPr>
          <a:xfrm>
            <a:off x="298311" y="5827455"/>
            <a:ext cx="1375944" cy="307029"/>
            <a:chOff x="2497995" y="2687207"/>
            <a:chExt cx="5762625" cy="1285875"/>
          </a:xfrm>
        </p:grpSpPr>
        <p:sp>
          <p:nvSpPr>
            <p:cNvPr id="13" name="Freeform: Shape 12">
              <a:extLst>
                <a:ext uri="{FF2B5EF4-FFF2-40B4-BE49-F238E27FC236}">
                  <a16:creationId xmlns:a16="http://schemas.microsoft.com/office/drawing/2014/main" id="{43BDC86F-18E3-4EA9-9BE4-6371B199D422}"/>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19F12E5F-FC5E-4B7B-BAB6-B1CEF3F5A08B}"/>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1AA20F8B-C3C9-4D4A-B994-F1D7CB9D7D62}"/>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bg2"/>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A45968A8-5C86-4EC0-81E8-EA3966571BD8}"/>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bg2"/>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AE487694-0371-4FDB-9884-8F9A5D0F7BB3}"/>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bg2"/>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160832970"/>
      </p:ext>
    </p:extLst>
  </p:cSld>
  <p:clrMapOvr>
    <a:overrideClrMapping bg1="dk1" tx1="lt1" bg2="dk2" tx2="lt2" accent1="accent1" accent2="accent2" accent3="accent3" accent4="accent4" accent5="accent5" accent6="accent6" hlink="hlink" folHlink="folHlink"/>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p:bg>
      <p:bgRef idx="1001">
        <a:schemeClr val="bg2"/>
      </p:bgRef>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1FE9D7C2-32AC-D84D-B06D-F8BE3550E3A1}"/>
              </a:ext>
            </a:extLst>
          </p:cNvPr>
          <p:cNvSpPr>
            <a:spLocks noGrp="1"/>
          </p:cNvSpPr>
          <p:nvPr>
            <p:ph type="body" sz="quarter" idx="10" hasCustomPrompt="1"/>
          </p:nvPr>
        </p:nvSpPr>
        <p:spPr>
          <a:xfrm>
            <a:off x="591400" y="1164910"/>
            <a:ext cx="5398584" cy="783153"/>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Agenda</a:t>
            </a:r>
          </a:p>
        </p:txBody>
      </p:sp>
      <p:sp>
        <p:nvSpPr>
          <p:cNvPr id="14" name="Text Placeholder 13">
            <a:extLst>
              <a:ext uri="{FF2B5EF4-FFF2-40B4-BE49-F238E27FC236}">
                <a16:creationId xmlns:a16="http://schemas.microsoft.com/office/drawing/2014/main" id="{B602C975-82B9-F34D-9159-B811AB56E37E}"/>
              </a:ext>
            </a:extLst>
          </p:cNvPr>
          <p:cNvSpPr>
            <a:spLocks noGrp="1"/>
          </p:cNvSpPr>
          <p:nvPr>
            <p:ph type="body" sz="quarter" idx="11" hasCustomPrompt="1"/>
          </p:nvPr>
        </p:nvSpPr>
        <p:spPr>
          <a:xfrm>
            <a:off x="6210804" y="1165226"/>
            <a:ext cx="5398584" cy="4731992"/>
          </a:xfrm>
          <a:prstGeom prst="rect">
            <a:avLst/>
          </a:prstGeom>
        </p:spPr>
        <p:txBody>
          <a:bodyPr/>
          <a:lstStyle>
            <a:lvl1pPr marL="514350" indent="-514350">
              <a:buFont typeface="+mj-lt"/>
              <a:buAutoNum type="arabicPeriod"/>
              <a:defRPr sz="2000">
                <a:solidFill>
                  <a:schemeClr val="accent1"/>
                </a:solidFill>
                <a:latin typeface="Ubuntu" panose="020B0504030602030204" pitchFamily="34" charset="0"/>
              </a:defRPr>
            </a:lvl1pPr>
            <a:lvl2pPr marL="914400" indent="-457200">
              <a:buFont typeface="+mj-lt"/>
              <a:buAutoNum type="arabicPeriod"/>
              <a:defRPr>
                <a:latin typeface="Ubuntu" panose="020B0504030602030204" pitchFamily="34" charset="0"/>
              </a:defRPr>
            </a:lvl2pPr>
            <a:lvl3pPr marL="1371600" indent="-457200">
              <a:buFont typeface="+mj-lt"/>
              <a:buAutoNum type="arabicPeriod"/>
              <a:defRPr>
                <a:latin typeface="Ubuntu" panose="020B0504030602030204" pitchFamily="34" charset="0"/>
              </a:defRPr>
            </a:lvl3pPr>
            <a:lvl4pPr marL="1714500" indent="-342900">
              <a:buFont typeface="+mj-lt"/>
              <a:buAutoNum type="arabicPeriod"/>
              <a:defRPr>
                <a:latin typeface="Ubuntu" panose="020B0504030602030204" pitchFamily="34" charset="0"/>
              </a:defRPr>
            </a:lvl4pPr>
            <a:lvl5pPr marL="2171700" indent="-342900">
              <a:buFont typeface="+mj-lt"/>
              <a:buAutoNum type="arabicPeriod"/>
              <a:defRPr>
                <a:latin typeface="Ubuntu" panose="020B0504030602030204" pitchFamily="34" charset="0"/>
              </a:defRPr>
            </a:lvl5pPr>
          </a:lstStyle>
          <a:p>
            <a:r>
              <a:rPr lang="en-SG" err="1"/>
              <a:t>Sed accumsan quam vitae ligula tincidunt tristique.</a:t>
            </a:r>
          </a:p>
          <a:p>
            <a:r>
              <a:rPr lang="en-SG"/>
              <a:t>Nam ac eros ac purus sagittis viverra.</a:t>
            </a:r>
          </a:p>
          <a:p>
            <a:r>
              <a:rPr lang="en-SG"/>
              <a:t>Maecenas rhoncus nibh eu ligula sagittis, sed efficitur risus semper.</a:t>
            </a:r>
          </a:p>
          <a:p>
            <a:r>
              <a:rPr lang="en-SG"/>
              <a:t>Aenean interdum nibh et ex mattis blandit.</a:t>
            </a:r>
          </a:p>
          <a:p>
            <a:r>
              <a:rPr lang="en-SG" err="1"/>
              <a:t>Sed sit amet nunc sed enim lobortis fringilla.</a:t>
            </a:r>
          </a:p>
        </p:txBody>
      </p:sp>
      <p:sp>
        <p:nvSpPr>
          <p:cNvPr id="18" name="Google Shape;64;p14">
            <a:extLst>
              <a:ext uri="{FF2B5EF4-FFF2-40B4-BE49-F238E27FC236}">
                <a16:creationId xmlns:a16="http://schemas.microsoft.com/office/drawing/2014/main" id="{7CC5842D-1B5F-1745-BA09-C2C137646425}"/>
              </a:ext>
            </a:extLst>
          </p:cNvPr>
          <p:cNvSpPr txBox="1"/>
          <p:nvPr userDrawn="1"/>
        </p:nvSpPr>
        <p:spPr>
          <a:xfrm>
            <a:off x="1076459" y="6395991"/>
            <a:ext cx="9418815"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tx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cxnSp>
        <p:nvCxnSpPr>
          <p:cNvPr id="19" name="Google Shape;65;p14">
            <a:extLst>
              <a:ext uri="{FF2B5EF4-FFF2-40B4-BE49-F238E27FC236}">
                <a16:creationId xmlns:a16="http://schemas.microsoft.com/office/drawing/2014/main" id="{7BA17C6F-E79C-404A-A3BC-1FA9D44ED745}"/>
              </a:ext>
            </a:extLst>
          </p:cNvPr>
          <p:cNvCxnSpPr/>
          <p:nvPr userDrawn="1"/>
        </p:nvCxnSpPr>
        <p:spPr>
          <a:xfrm>
            <a:off x="298311" y="6407566"/>
            <a:ext cx="11595378" cy="0"/>
          </a:xfrm>
          <a:prstGeom prst="straightConnector1">
            <a:avLst/>
          </a:prstGeom>
          <a:noFill/>
          <a:ln w="9525" cap="flat" cmpd="sng">
            <a:solidFill>
              <a:schemeClr val="tx1"/>
            </a:solidFill>
            <a:prstDash val="solid"/>
            <a:round/>
            <a:headEnd type="none" w="med" len="med"/>
            <a:tailEnd type="none" w="med" len="med"/>
          </a:ln>
        </p:spPr>
      </p:cxnSp>
      <p:sp>
        <p:nvSpPr>
          <p:cNvPr id="20" name="TextBox 19">
            <a:extLst>
              <a:ext uri="{FF2B5EF4-FFF2-40B4-BE49-F238E27FC236}">
                <a16:creationId xmlns:a16="http://schemas.microsoft.com/office/drawing/2014/main" id="{360E05A3-2EDA-7E4A-B617-2E84CDBDC991}"/>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tx1"/>
                </a:solidFill>
                <a:latin typeface="Ubuntu" panose="020B0504030602030204" pitchFamily="34" charset="0"/>
              </a:rPr>
              <a:pPr algn="r"/>
              <a:t>‹#›</a:t>
            </a:fld>
            <a:endParaRPr lang="en-US" sz="600">
              <a:solidFill>
                <a:schemeClr val="tx1"/>
              </a:solidFill>
              <a:latin typeface="Ubuntu" panose="020B0504030602030204" pitchFamily="34" charset="0"/>
            </a:endParaRPr>
          </a:p>
        </p:txBody>
      </p:sp>
      <p:cxnSp>
        <p:nvCxnSpPr>
          <p:cNvPr id="23" name="Straight Connector 22">
            <a:extLst>
              <a:ext uri="{FF2B5EF4-FFF2-40B4-BE49-F238E27FC236}">
                <a16:creationId xmlns:a16="http://schemas.microsoft.com/office/drawing/2014/main" id="{C479E925-2F4D-8D49-B361-CE649FC723B8}"/>
              </a:ext>
            </a:extLst>
          </p:cNvPr>
          <p:cNvCxnSpPr/>
          <p:nvPr userDrawn="1"/>
        </p:nvCxnSpPr>
        <p:spPr>
          <a:xfrm flipH="1">
            <a:off x="1076460" y="6461919"/>
            <a:ext cx="0" cy="247106"/>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7" name="Graphic 4">
            <a:extLst>
              <a:ext uri="{FF2B5EF4-FFF2-40B4-BE49-F238E27FC236}">
                <a16:creationId xmlns:a16="http://schemas.microsoft.com/office/drawing/2014/main" id="{290072D3-41B4-47A9-B51A-5400D022F8F0}"/>
              </a:ext>
            </a:extLst>
          </p:cNvPr>
          <p:cNvGrpSpPr/>
          <p:nvPr userDrawn="1"/>
        </p:nvGrpSpPr>
        <p:grpSpPr>
          <a:xfrm>
            <a:off x="270243" y="6517798"/>
            <a:ext cx="724037" cy="161562"/>
            <a:chOff x="2497995" y="2687207"/>
            <a:chExt cx="5762625" cy="1285875"/>
          </a:xfrm>
        </p:grpSpPr>
        <p:sp>
          <p:nvSpPr>
            <p:cNvPr id="21" name="Freeform: Shape 20">
              <a:extLst>
                <a:ext uri="{FF2B5EF4-FFF2-40B4-BE49-F238E27FC236}">
                  <a16:creationId xmlns:a16="http://schemas.microsoft.com/office/drawing/2014/main" id="{9B3FD924-6CC2-4B5C-8CC5-9BC873824A8B}"/>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307E353A-21D1-43E3-92A1-10EAEDD97312}"/>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5CAE1B86-D3CA-4345-9F1E-A7EBD22D6F56}"/>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FAF522DF-F0DE-4196-ABD9-DAC7B08FDABC}"/>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246BAA31-2EA4-48B0-8A99-18DB8C979129}"/>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928761803"/>
      </p:ext>
    </p:extLst>
  </p:cSld>
  <p:clrMapOvr>
    <a:overrideClrMapping bg1="dk1" tx1="lt1" bg2="dk2" tx2="lt2" accent1="accent1" accent2="accent2" accent3="accent3" accent4="accent4" accent5="accent5" accent6="accent6" hlink="hlink" folHlink="folHlink"/>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_1">
    <p:bg>
      <p:bgPr>
        <a:solidFill>
          <a:schemeClr val="accent1"/>
        </a:solidFill>
        <a:effectLst/>
      </p:bgPr>
    </p:bg>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14217E6F-E945-B741-869A-11970748BC7E}"/>
              </a:ext>
            </a:extLst>
          </p:cNvPr>
          <p:cNvSpPr>
            <a:spLocks noGrp="1"/>
          </p:cNvSpPr>
          <p:nvPr>
            <p:ph type="body" sz="quarter" idx="10" hasCustomPrompt="1"/>
          </p:nvPr>
        </p:nvSpPr>
        <p:spPr>
          <a:xfrm>
            <a:off x="591399" y="572679"/>
            <a:ext cx="7256235"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2"/>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Divider title goes here</a:t>
            </a:r>
          </a:p>
        </p:txBody>
      </p:sp>
      <p:cxnSp>
        <p:nvCxnSpPr>
          <p:cNvPr id="10" name="Google Shape;65;p14">
            <a:extLst>
              <a:ext uri="{FF2B5EF4-FFF2-40B4-BE49-F238E27FC236}">
                <a16:creationId xmlns:a16="http://schemas.microsoft.com/office/drawing/2014/main" id="{FDB5EAC4-F3C3-7543-82F1-FF356039CF62}"/>
              </a:ext>
            </a:extLst>
          </p:cNvPr>
          <p:cNvCxnSpPr/>
          <p:nvPr userDrawn="1"/>
        </p:nvCxnSpPr>
        <p:spPr>
          <a:xfrm>
            <a:off x="298311" y="6407566"/>
            <a:ext cx="11595378" cy="0"/>
          </a:xfrm>
          <a:prstGeom prst="straightConnector1">
            <a:avLst/>
          </a:prstGeom>
          <a:noFill/>
          <a:ln w="9525" cap="flat" cmpd="sng">
            <a:solidFill>
              <a:schemeClr val="bg1"/>
            </a:solidFill>
            <a:prstDash val="solid"/>
            <a:round/>
            <a:headEnd type="none" w="med" len="med"/>
            <a:tailEnd type="none" w="med" len="med"/>
          </a:ln>
        </p:spPr>
      </p:cxnSp>
      <p:sp>
        <p:nvSpPr>
          <p:cNvPr id="12" name="TextBox 11">
            <a:extLst>
              <a:ext uri="{FF2B5EF4-FFF2-40B4-BE49-F238E27FC236}">
                <a16:creationId xmlns:a16="http://schemas.microsoft.com/office/drawing/2014/main" id="{2E0462F4-6B7A-E746-B632-282B9F953438}"/>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bg1"/>
                </a:solidFill>
                <a:latin typeface="Ubuntu" panose="020B0504030602030204" pitchFamily="34" charset="0"/>
              </a:rPr>
              <a:pPr algn="r"/>
              <a:t>‹#›</a:t>
            </a:fld>
            <a:endParaRPr lang="en-US" sz="600">
              <a:solidFill>
                <a:schemeClr val="bg1"/>
              </a:solidFill>
              <a:latin typeface="Ubuntu" panose="020B0504030602030204" pitchFamily="34" charset="0"/>
            </a:endParaRPr>
          </a:p>
        </p:txBody>
      </p:sp>
      <p:cxnSp>
        <p:nvCxnSpPr>
          <p:cNvPr id="15" name="Straight Connector 14">
            <a:extLst>
              <a:ext uri="{FF2B5EF4-FFF2-40B4-BE49-F238E27FC236}">
                <a16:creationId xmlns:a16="http://schemas.microsoft.com/office/drawing/2014/main" id="{4D12A909-0C03-ED41-9457-950D54BBFFA1}"/>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Google Shape;64;p14">
            <a:extLst>
              <a:ext uri="{FF2B5EF4-FFF2-40B4-BE49-F238E27FC236}">
                <a16:creationId xmlns:a16="http://schemas.microsoft.com/office/drawing/2014/main" id="{3D41492D-AC8E-1849-8763-0C32EFE32BDE}"/>
              </a:ext>
            </a:extLst>
          </p:cNvPr>
          <p:cNvSpPr txBox="1"/>
          <p:nvPr userDrawn="1"/>
        </p:nvSpPr>
        <p:spPr>
          <a:xfrm>
            <a:off x="1076459" y="6395991"/>
            <a:ext cx="9418815"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2"/>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20" name="Graphic 4">
            <a:extLst>
              <a:ext uri="{FF2B5EF4-FFF2-40B4-BE49-F238E27FC236}">
                <a16:creationId xmlns:a16="http://schemas.microsoft.com/office/drawing/2014/main" id="{A16BE1E2-3FC2-4A5D-AB73-CF12163B4712}"/>
              </a:ext>
            </a:extLst>
          </p:cNvPr>
          <p:cNvGrpSpPr/>
          <p:nvPr userDrawn="1"/>
        </p:nvGrpSpPr>
        <p:grpSpPr>
          <a:xfrm>
            <a:off x="270243" y="6517798"/>
            <a:ext cx="724037" cy="161562"/>
            <a:chOff x="2497995" y="2687207"/>
            <a:chExt cx="5762625" cy="1285875"/>
          </a:xfrm>
          <a:solidFill>
            <a:schemeClr val="bg1"/>
          </a:solidFill>
        </p:grpSpPr>
        <p:sp>
          <p:nvSpPr>
            <p:cNvPr id="21" name="Freeform: Shape 20">
              <a:extLst>
                <a:ext uri="{FF2B5EF4-FFF2-40B4-BE49-F238E27FC236}">
                  <a16:creationId xmlns:a16="http://schemas.microsoft.com/office/drawing/2014/main" id="{286D1707-0885-4ABA-AD39-AE792CAF1157}"/>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3987C44F-6B75-41FA-9424-1E391EC27FBF}"/>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E8434ED5-8125-4A19-826D-DA43C20516ED}"/>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72B1BFB9-0157-43B2-9FB8-F58C862F40D1}"/>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585ADA3F-E976-4AFB-8167-FD654C40A348}"/>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794308255"/>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divider_3">
    <p:bg>
      <p:bgPr>
        <a:solidFill>
          <a:schemeClr val="accent2"/>
        </a:solidFill>
        <a:effectLst/>
      </p:bgPr>
    </p:bg>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14217E6F-E945-B741-869A-11970748BC7E}"/>
              </a:ext>
            </a:extLst>
          </p:cNvPr>
          <p:cNvSpPr>
            <a:spLocks noGrp="1"/>
          </p:cNvSpPr>
          <p:nvPr>
            <p:ph type="body" sz="quarter" idx="10" hasCustomPrompt="1"/>
          </p:nvPr>
        </p:nvSpPr>
        <p:spPr>
          <a:xfrm>
            <a:off x="591399" y="572679"/>
            <a:ext cx="7256235"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2"/>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Divider title goes here</a:t>
            </a:r>
          </a:p>
        </p:txBody>
      </p:sp>
      <p:sp>
        <p:nvSpPr>
          <p:cNvPr id="8" name="Google Shape;64;p14">
            <a:extLst>
              <a:ext uri="{FF2B5EF4-FFF2-40B4-BE49-F238E27FC236}">
                <a16:creationId xmlns:a16="http://schemas.microsoft.com/office/drawing/2014/main" id="{F5746FB9-EA8F-9A4A-AA73-226FCE96A3CC}"/>
              </a:ext>
            </a:extLst>
          </p:cNvPr>
          <p:cNvSpPr txBox="1"/>
          <p:nvPr userDrawn="1"/>
        </p:nvSpPr>
        <p:spPr>
          <a:xfrm>
            <a:off x="1076460" y="6395991"/>
            <a:ext cx="4216500" cy="3936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lang="en-SG" sz="600" kern="1200">
              <a:solidFill>
                <a:schemeClr val="bg1"/>
              </a:solidFill>
              <a:effectLst/>
              <a:latin typeface="Ubuntu" panose="020B0504030602030204" pitchFamily="34" charset="0"/>
              <a:ea typeface="+mn-ea"/>
              <a:cs typeface="+mn-cs"/>
            </a:endParaRPr>
          </a:p>
        </p:txBody>
      </p:sp>
      <p:cxnSp>
        <p:nvCxnSpPr>
          <p:cNvPr id="10" name="Google Shape;65;p14">
            <a:extLst>
              <a:ext uri="{FF2B5EF4-FFF2-40B4-BE49-F238E27FC236}">
                <a16:creationId xmlns:a16="http://schemas.microsoft.com/office/drawing/2014/main" id="{2DD4BFA7-19C8-B342-B1C5-D6FD28598559}"/>
              </a:ext>
            </a:extLst>
          </p:cNvPr>
          <p:cNvCxnSpPr/>
          <p:nvPr userDrawn="1"/>
        </p:nvCxnSpPr>
        <p:spPr>
          <a:xfrm>
            <a:off x="298311" y="6407566"/>
            <a:ext cx="11595378" cy="0"/>
          </a:xfrm>
          <a:prstGeom prst="straightConnector1">
            <a:avLst/>
          </a:prstGeom>
          <a:noFill/>
          <a:ln w="9525" cap="flat" cmpd="sng">
            <a:solidFill>
              <a:schemeClr val="tx2"/>
            </a:solidFill>
            <a:prstDash val="solid"/>
            <a:round/>
            <a:headEnd type="none" w="med" len="med"/>
            <a:tailEnd type="none" w="med" len="med"/>
          </a:ln>
        </p:spPr>
      </p:cxnSp>
      <p:sp>
        <p:nvSpPr>
          <p:cNvPr id="12" name="TextBox 11">
            <a:extLst>
              <a:ext uri="{FF2B5EF4-FFF2-40B4-BE49-F238E27FC236}">
                <a16:creationId xmlns:a16="http://schemas.microsoft.com/office/drawing/2014/main" id="{F2544760-7626-0C48-921E-0E9A007081A8}"/>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tx2"/>
                </a:solidFill>
                <a:latin typeface="Ubuntu" panose="020B0504030602030204" pitchFamily="34" charset="0"/>
              </a:rPr>
              <a:pPr algn="r"/>
              <a:t>‹#›</a:t>
            </a:fld>
            <a:endParaRPr lang="en-US" sz="600">
              <a:solidFill>
                <a:schemeClr val="tx2"/>
              </a:solidFill>
              <a:latin typeface="Ubuntu" panose="020B0504030602030204" pitchFamily="34" charset="0"/>
            </a:endParaRPr>
          </a:p>
        </p:txBody>
      </p:sp>
      <p:cxnSp>
        <p:nvCxnSpPr>
          <p:cNvPr id="15" name="Straight Connector 14">
            <a:extLst>
              <a:ext uri="{FF2B5EF4-FFF2-40B4-BE49-F238E27FC236}">
                <a16:creationId xmlns:a16="http://schemas.microsoft.com/office/drawing/2014/main" id="{DF889B5A-0DBA-DA4A-9613-BB6EECCF4536}"/>
              </a:ext>
            </a:extLst>
          </p:cNvPr>
          <p:cNvCxnSpPr/>
          <p:nvPr userDrawn="1"/>
        </p:nvCxnSpPr>
        <p:spPr>
          <a:xfrm flipH="1">
            <a:off x="1076460" y="6461919"/>
            <a:ext cx="0" cy="247106"/>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
        <p:nvSpPr>
          <p:cNvPr id="13" name="Google Shape;64;p14">
            <a:extLst>
              <a:ext uri="{FF2B5EF4-FFF2-40B4-BE49-F238E27FC236}">
                <a16:creationId xmlns:a16="http://schemas.microsoft.com/office/drawing/2014/main" id="{94715C81-3C41-D54C-AE7B-612698F325E5}"/>
              </a:ext>
            </a:extLst>
          </p:cNvPr>
          <p:cNvSpPr txBox="1"/>
          <p:nvPr userDrawn="1"/>
        </p:nvSpPr>
        <p:spPr>
          <a:xfrm>
            <a:off x="1076459" y="6395991"/>
            <a:ext cx="9418815"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tx2"/>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21" name="Graphic 4">
            <a:extLst>
              <a:ext uri="{FF2B5EF4-FFF2-40B4-BE49-F238E27FC236}">
                <a16:creationId xmlns:a16="http://schemas.microsoft.com/office/drawing/2014/main" id="{A7C4CA96-37FB-4C5D-B156-54E3E44595B9}"/>
              </a:ext>
            </a:extLst>
          </p:cNvPr>
          <p:cNvGrpSpPr/>
          <p:nvPr userDrawn="1"/>
        </p:nvGrpSpPr>
        <p:grpSpPr>
          <a:xfrm>
            <a:off x="270243" y="6517798"/>
            <a:ext cx="724037" cy="161562"/>
            <a:chOff x="2497995" y="2687207"/>
            <a:chExt cx="5762625" cy="1285875"/>
          </a:xfrm>
        </p:grpSpPr>
        <p:sp>
          <p:nvSpPr>
            <p:cNvPr id="22" name="Freeform: Shape 21">
              <a:extLst>
                <a:ext uri="{FF2B5EF4-FFF2-40B4-BE49-F238E27FC236}">
                  <a16:creationId xmlns:a16="http://schemas.microsoft.com/office/drawing/2014/main" id="{26951F4D-E50A-4838-B007-E53EE5DB4FB6}"/>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0E773A21-7951-4F51-B7D8-D72D355CCF4B}"/>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C843CD98-00B0-4F4F-874F-77E6203F60BD}"/>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48C2623F-434A-4DB2-8580-EEBD73F444BF}"/>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8A406679-A5D9-49BA-964A-F139524E1C22}"/>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795578767"/>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_2">
    <p:bg>
      <p:bgPr>
        <a:solidFill>
          <a:schemeClr val="accent4"/>
        </a:solidFill>
        <a:effectLst/>
      </p:bgPr>
    </p:bg>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14217E6F-E945-B741-869A-11970748BC7E}"/>
              </a:ext>
            </a:extLst>
          </p:cNvPr>
          <p:cNvSpPr>
            <a:spLocks noGrp="1"/>
          </p:cNvSpPr>
          <p:nvPr>
            <p:ph type="body" sz="quarter" idx="10" hasCustomPrompt="1"/>
          </p:nvPr>
        </p:nvSpPr>
        <p:spPr>
          <a:xfrm>
            <a:off x="591399" y="572679"/>
            <a:ext cx="7256235"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bg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Divider title goes here</a:t>
            </a:r>
          </a:p>
        </p:txBody>
      </p:sp>
      <p:cxnSp>
        <p:nvCxnSpPr>
          <p:cNvPr id="10" name="Google Shape;65;p14">
            <a:extLst>
              <a:ext uri="{FF2B5EF4-FFF2-40B4-BE49-F238E27FC236}">
                <a16:creationId xmlns:a16="http://schemas.microsoft.com/office/drawing/2014/main" id="{9731A44F-9F1C-9D40-979B-56C70EC36DFA}"/>
              </a:ext>
            </a:extLst>
          </p:cNvPr>
          <p:cNvCxnSpPr/>
          <p:nvPr userDrawn="1"/>
        </p:nvCxnSpPr>
        <p:spPr>
          <a:xfrm>
            <a:off x="298311" y="6407566"/>
            <a:ext cx="11595378" cy="0"/>
          </a:xfrm>
          <a:prstGeom prst="straightConnector1">
            <a:avLst/>
          </a:prstGeom>
          <a:noFill/>
          <a:ln w="9525" cap="flat" cmpd="sng">
            <a:solidFill>
              <a:schemeClr val="bg1"/>
            </a:solidFill>
            <a:prstDash val="solid"/>
            <a:round/>
            <a:headEnd type="none" w="med" len="med"/>
            <a:tailEnd type="none" w="med" len="med"/>
          </a:ln>
        </p:spPr>
      </p:cxnSp>
      <p:sp>
        <p:nvSpPr>
          <p:cNvPr id="12" name="TextBox 11">
            <a:extLst>
              <a:ext uri="{FF2B5EF4-FFF2-40B4-BE49-F238E27FC236}">
                <a16:creationId xmlns:a16="http://schemas.microsoft.com/office/drawing/2014/main" id="{0A31AF56-2745-F94D-9917-4C5E1A219220}"/>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bg1"/>
                </a:solidFill>
                <a:latin typeface="Ubuntu" panose="020B0504030602030204" pitchFamily="34" charset="0"/>
              </a:rPr>
              <a:pPr algn="r"/>
              <a:t>‹#›</a:t>
            </a:fld>
            <a:endParaRPr lang="en-US" sz="600">
              <a:solidFill>
                <a:schemeClr val="bg1"/>
              </a:solidFill>
              <a:latin typeface="Ubuntu" panose="020B0504030602030204" pitchFamily="34" charset="0"/>
            </a:endParaRPr>
          </a:p>
        </p:txBody>
      </p:sp>
      <p:cxnSp>
        <p:nvCxnSpPr>
          <p:cNvPr id="15" name="Straight Connector 14">
            <a:extLst>
              <a:ext uri="{FF2B5EF4-FFF2-40B4-BE49-F238E27FC236}">
                <a16:creationId xmlns:a16="http://schemas.microsoft.com/office/drawing/2014/main" id="{D7A305B2-072C-704B-87AC-ED59EA2562EF}"/>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Google Shape;64;p14">
            <a:extLst>
              <a:ext uri="{FF2B5EF4-FFF2-40B4-BE49-F238E27FC236}">
                <a16:creationId xmlns:a16="http://schemas.microsoft.com/office/drawing/2014/main" id="{962B17A8-0202-B44A-BCE9-2CA0E45820C7}"/>
              </a:ext>
            </a:extLst>
          </p:cNvPr>
          <p:cNvSpPr txBox="1"/>
          <p:nvPr userDrawn="1"/>
        </p:nvSpPr>
        <p:spPr>
          <a:xfrm>
            <a:off x="1076459" y="6395991"/>
            <a:ext cx="9418815"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2"/>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20" name="Graphic 4">
            <a:extLst>
              <a:ext uri="{FF2B5EF4-FFF2-40B4-BE49-F238E27FC236}">
                <a16:creationId xmlns:a16="http://schemas.microsoft.com/office/drawing/2014/main" id="{9F4541D4-C9E1-4568-8BAA-B5E2AAEB4C5F}"/>
              </a:ext>
            </a:extLst>
          </p:cNvPr>
          <p:cNvGrpSpPr/>
          <p:nvPr userDrawn="1"/>
        </p:nvGrpSpPr>
        <p:grpSpPr>
          <a:xfrm>
            <a:off x="270243" y="6517798"/>
            <a:ext cx="724037" cy="161562"/>
            <a:chOff x="2497995" y="2687207"/>
            <a:chExt cx="5762625" cy="1285875"/>
          </a:xfrm>
        </p:grpSpPr>
        <p:sp>
          <p:nvSpPr>
            <p:cNvPr id="21" name="Freeform: Shape 20">
              <a:extLst>
                <a:ext uri="{FF2B5EF4-FFF2-40B4-BE49-F238E27FC236}">
                  <a16:creationId xmlns:a16="http://schemas.microsoft.com/office/drawing/2014/main" id="{D4618086-6C9F-47D8-B5BD-126E0F97AE1C}"/>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03E4496B-9BAF-44ED-90FF-E40ABD0F75C9}"/>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59518FAC-3E47-4236-BD04-003DCD5A0C5B}"/>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9CE5685-5F98-49D1-9E27-CD8AC8CBBDC3}"/>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139BBF6C-FBC2-4A80-98D1-201544444D52}"/>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432810931"/>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_3">
    <p:bg>
      <p:bgPr>
        <a:solidFill>
          <a:schemeClr val="accent5"/>
        </a:solidFill>
        <a:effectLst/>
      </p:bgPr>
    </p:bg>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14217E6F-E945-B741-869A-11970748BC7E}"/>
              </a:ext>
            </a:extLst>
          </p:cNvPr>
          <p:cNvSpPr>
            <a:spLocks noGrp="1"/>
          </p:cNvSpPr>
          <p:nvPr>
            <p:ph type="body" sz="quarter" idx="10" hasCustomPrompt="1"/>
          </p:nvPr>
        </p:nvSpPr>
        <p:spPr>
          <a:xfrm>
            <a:off x="591399" y="572679"/>
            <a:ext cx="7256235"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2"/>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Divider title goes here</a:t>
            </a:r>
          </a:p>
        </p:txBody>
      </p:sp>
      <p:cxnSp>
        <p:nvCxnSpPr>
          <p:cNvPr id="10" name="Google Shape;65;p14">
            <a:extLst>
              <a:ext uri="{FF2B5EF4-FFF2-40B4-BE49-F238E27FC236}">
                <a16:creationId xmlns:a16="http://schemas.microsoft.com/office/drawing/2014/main" id="{2DD4BFA7-19C8-B342-B1C5-D6FD28598559}"/>
              </a:ext>
            </a:extLst>
          </p:cNvPr>
          <p:cNvCxnSpPr/>
          <p:nvPr userDrawn="1"/>
        </p:nvCxnSpPr>
        <p:spPr>
          <a:xfrm>
            <a:off x="298311" y="6407566"/>
            <a:ext cx="11595378" cy="0"/>
          </a:xfrm>
          <a:prstGeom prst="straightConnector1">
            <a:avLst/>
          </a:prstGeom>
          <a:noFill/>
          <a:ln w="9525" cap="flat" cmpd="sng">
            <a:solidFill>
              <a:schemeClr val="tx2"/>
            </a:solidFill>
            <a:prstDash val="solid"/>
            <a:round/>
            <a:headEnd type="none" w="med" len="med"/>
            <a:tailEnd type="none" w="med" len="med"/>
          </a:ln>
        </p:spPr>
      </p:cxnSp>
      <p:sp>
        <p:nvSpPr>
          <p:cNvPr id="12" name="TextBox 11">
            <a:extLst>
              <a:ext uri="{FF2B5EF4-FFF2-40B4-BE49-F238E27FC236}">
                <a16:creationId xmlns:a16="http://schemas.microsoft.com/office/drawing/2014/main" id="{F2544760-7626-0C48-921E-0E9A007081A8}"/>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tx2"/>
                </a:solidFill>
                <a:latin typeface="Ubuntu" panose="020B0504030602030204" pitchFamily="34" charset="0"/>
              </a:rPr>
              <a:pPr algn="r"/>
              <a:t>‹#›</a:t>
            </a:fld>
            <a:endParaRPr lang="en-US" sz="600">
              <a:solidFill>
                <a:schemeClr val="tx2"/>
              </a:solidFill>
              <a:latin typeface="Ubuntu" panose="020B0504030602030204" pitchFamily="34" charset="0"/>
            </a:endParaRPr>
          </a:p>
        </p:txBody>
      </p:sp>
      <p:cxnSp>
        <p:nvCxnSpPr>
          <p:cNvPr id="15" name="Straight Connector 14">
            <a:extLst>
              <a:ext uri="{FF2B5EF4-FFF2-40B4-BE49-F238E27FC236}">
                <a16:creationId xmlns:a16="http://schemas.microsoft.com/office/drawing/2014/main" id="{DF889B5A-0DBA-DA4A-9613-BB6EECCF4536}"/>
              </a:ext>
            </a:extLst>
          </p:cNvPr>
          <p:cNvCxnSpPr/>
          <p:nvPr userDrawn="1"/>
        </p:nvCxnSpPr>
        <p:spPr>
          <a:xfrm flipH="1">
            <a:off x="1076460" y="6461919"/>
            <a:ext cx="0" cy="247106"/>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
        <p:nvSpPr>
          <p:cNvPr id="9" name="Google Shape;64;p14">
            <a:extLst>
              <a:ext uri="{FF2B5EF4-FFF2-40B4-BE49-F238E27FC236}">
                <a16:creationId xmlns:a16="http://schemas.microsoft.com/office/drawing/2014/main" id="{7DE89196-85ED-A843-BD5C-973DBCB51D38}"/>
              </a:ext>
            </a:extLst>
          </p:cNvPr>
          <p:cNvSpPr txBox="1"/>
          <p:nvPr userDrawn="1"/>
        </p:nvSpPr>
        <p:spPr>
          <a:xfrm>
            <a:off x="1076459" y="6395991"/>
            <a:ext cx="9418815"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tx2"/>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20" name="Graphic 4">
            <a:extLst>
              <a:ext uri="{FF2B5EF4-FFF2-40B4-BE49-F238E27FC236}">
                <a16:creationId xmlns:a16="http://schemas.microsoft.com/office/drawing/2014/main" id="{AB9EBA46-D479-4CCE-B014-52F51C20E895}"/>
              </a:ext>
            </a:extLst>
          </p:cNvPr>
          <p:cNvGrpSpPr/>
          <p:nvPr userDrawn="1"/>
        </p:nvGrpSpPr>
        <p:grpSpPr>
          <a:xfrm>
            <a:off x="270243" y="6517798"/>
            <a:ext cx="724037" cy="161562"/>
            <a:chOff x="2497995" y="2687207"/>
            <a:chExt cx="5762625" cy="1285875"/>
          </a:xfrm>
        </p:grpSpPr>
        <p:sp>
          <p:nvSpPr>
            <p:cNvPr id="21" name="Freeform: Shape 20">
              <a:extLst>
                <a:ext uri="{FF2B5EF4-FFF2-40B4-BE49-F238E27FC236}">
                  <a16:creationId xmlns:a16="http://schemas.microsoft.com/office/drawing/2014/main" id="{D9B84618-8FC9-4DFE-8FBF-8FE4316C37DE}"/>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E893ECA7-4D1C-4F8B-9141-EF87BB6CE236}"/>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3CA42702-9EE5-4F6D-ADD7-24CE4E15C4B6}"/>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13CB3162-FD50-4A6A-A3D0-3D81A4BFB257}"/>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67078597-1B13-4BB5-B07B-64EF0FB5C75F}"/>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572792347"/>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divider_3">
    <p:bg>
      <p:bgPr>
        <a:solidFill>
          <a:schemeClr val="accent3"/>
        </a:solidFill>
        <a:effectLst/>
      </p:bgPr>
    </p:bg>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14217E6F-E945-B741-869A-11970748BC7E}"/>
              </a:ext>
            </a:extLst>
          </p:cNvPr>
          <p:cNvSpPr>
            <a:spLocks noGrp="1"/>
          </p:cNvSpPr>
          <p:nvPr>
            <p:ph type="body" sz="quarter" idx="10" hasCustomPrompt="1"/>
          </p:nvPr>
        </p:nvSpPr>
        <p:spPr>
          <a:xfrm>
            <a:off x="591399" y="572679"/>
            <a:ext cx="7256235"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2"/>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Divider title goes here</a:t>
            </a:r>
          </a:p>
        </p:txBody>
      </p:sp>
      <p:sp>
        <p:nvSpPr>
          <p:cNvPr id="8" name="Google Shape;64;p14">
            <a:extLst>
              <a:ext uri="{FF2B5EF4-FFF2-40B4-BE49-F238E27FC236}">
                <a16:creationId xmlns:a16="http://schemas.microsoft.com/office/drawing/2014/main" id="{F5746FB9-EA8F-9A4A-AA73-226FCE96A3CC}"/>
              </a:ext>
            </a:extLst>
          </p:cNvPr>
          <p:cNvSpPr txBox="1"/>
          <p:nvPr userDrawn="1"/>
        </p:nvSpPr>
        <p:spPr>
          <a:xfrm>
            <a:off x="1076459" y="6395991"/>
            <a:ext cx="10373859"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cxnSp>
        <p:nvCxnSpPr>
          <p:cNvPr id="10" name="Google Shape;65;p14">
            <a:extLst>
              <a:ext uri="{FF2B5EF4-FFF2-40B4-BE49-F238E27FC236}">
                <a16:creationId xmlns:a16="http://schemas.microsoft.com/office/drawing/2014/main" id="{2DD4BFA7-19C8-B342-B1C5-D6FD28598559}"/>
              </a:ext>
            </a:extLst>
          </p:cNvPr>
          <p:cNvCxnSpPr/>
          <p:nvPr userDrawn="1"/>
        </p:nvCxnSpPr>
        <p:spPr>
          <a:xfrm>
            <a:off x="298311" y="6407566"/>
            <a:ext cx="11595378" cy="0"/>
          </a:xfrm>
          <a:prstGeom prst="straightConnector1">
            <a:avLst/>
          </a:prstGeom>
          <a:noFill/>
          <a:ln w="9525" cap="flat" cmpd="sng">
            <a:solidFill>
              <a:schemeClr val="bg1"/>
            </a:solidFill>
            <a:prstDash val="solid"/>
            <a:round/>
            <a:headEnd type="none" w="med" len="med"/>
            <a:tailEnd type="none" w="med" len="med"/>
          </a:ln>
        </p:spPr>
      </p:cxnSp>
      <p:sp>
        <p:nvSpPr>
          <p:cNvPr id="12" name="TextBox 11">
            <a:extLst>
              <a:ext uri="{FF2B5EF4-FFF2-40B4-BE49-F238E27FC236}">
                <a16:creationId xmlns:a16="http://schemas.microsoft.com/office/drawing/2014/main" id="{F2544760-7626-0C48-921E-0E9A007081A8}"/>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bg1"/>
                </a:solidFill>
                <a:latin typeface="Ubuntu" panose="020B0504030602030204" pitchFamily="34" charset="0"/>
              </a:rPr>
              <a:pPr algn="r"/>
              <a:t>‹#›</a:t>
            </a:fld>
            <a:endParaRPr lang="en-US" sz="600">
              <a:solidFill>
                <a:schemeClr val="bg1"/>
              </a:solidFill>
              <a:latin typeface="Ubuntu" panose="020B0504030602030204" pitchFamily="34" charset="0"/>
            </a:endParaRPr>
          </a:p>
        </p:txBody>
      </p:sp>
      <p:cxnSp>
        <p:nvCxnSpPr>
          <p:cNvPr id="15" name="Straight Connector 14">
            <a:extLst>
              <a:ext uri="{FF2B5EF4-FFF2-40B4-BE49-F238E27FC236}">
                <a16:creationId xmlns:a16="http://schemas.microsoft.com/office/drawing/2014/main" id="{DF889B5A-0DBA-DA4A-9613-BB6EECCF4536}"/>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0" name="Graphic 4">
            <a:extLst>
              <a:ext uri="{FF2B5EF4-FFF2-40B4-BE49-F238E27FC236}">
                <a16:creationId xmlns:a16="http://schemas.microsoft.com/office/drawing/2014/main" id="{89E0AE5D-D3B2-46EF-8C6F-AE1AE225BF74}"/>
              </a:ext>
            </a:extLst>
          </p:cNvPr>
          <p:cNvGrpSpPr/>
          <p:nvPr userDrawn="1"/>
        </p:nvGrpSpPr>
        <p:grpSpPr>
          <a:xfrm>
            <a:off x="270243" y="6517798"/>
            <a:ext cx="724037" cy="161562"/>
            <a:chOff x="2497995" y="2687207"/>
            <a:chExt cx="5762625" cy="1285875"/>
          </a:xfrm>
          <a:solidFill>
            <a:schemeClr val="bg1"/>
          </a:solidFill>
        </p:grpSpPr>
        <p:sp>
          <p:nvSpPr>
            <p:cNvPr id="21" name="Freeform: Shape 20">
              <a:extLst>
                <a:ext uri="{FF2B5EF4-FFF2-40B4-BE49-F238E27FC236}">
                  <a16:creationId xmlns:a16="http://schemas.microsoft.com/office/drawing/2014/main" id="{A7A2C464-9237-4A7A-BB11-7E699826E353}"/>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FBB4FCB1-FC72-439B-907F-F53F2C090FC2}"/>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97B2CE9-AE45-47F3-BF37-B9BFBCAC91B3}"/>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A39C336D-D3B7-4068-85A3-4AD916804EF5}"/>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3938C117-B27B-46A6-AAA5-72B62AD39B3C}"/>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325494807"/>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6_divider_3">
    <p:bg>
      <p:bgPr>
        <a:solidFill>
          <a:schemeClr val="accent6"/>
        </a:solidFill>
        <a:effectLst/>
      </p:bgPr>
    </p:bg>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14217E6F-E945-B741-869A-11970748BC7E}"/>
              </a:ext>
            </a:extLst>
          </p:cNvPr>
          <p:cNvSpPr>
            <a:spLocks noGrp="1"/>
          </p:cNvSpPr>
          <p:nvPr>
            <p:ph type="body" sz="quarter" idx="10" hasCustomPrompt="1"/>
          </p:nvPr>
        </p:nvSpPr>
        <p:spPr>
          <a:xfrm>
            <a:off x="591399" y="572679"/>
            <a:ext cx="7256235"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bg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Divider title goes here</a:t>
            </a:r>
          </a:p>
        </p:txBody>
      </p:sp>
      <p:sp>
        <p:nvSpPr>
          <p:cNvPr id="8" name="Google Shape;64;p14">
            <a:extLst>
              <a:ext uri="{FF2B5EF4-FFF2-40B4-BE49-F238E27FC236}">
                <a16:creationId xmlns:a16="http://schemas.microsoft.com/office/drawing/2014/main" id="{F5746FB9-EA8F-9A4A-AA73-226FCE96A3CC}"/>
              </a:ext>
            </a:extLst>
          </p:cNvPr>
          <p:cNvSpPr txBox="1"/>
          <p:nvPr userDrawn="1"/>
        </p:nvSpPr>
        <p:spPr>
          <a:xfrm>
            <a:off x="1076459" y="6395991"/>
            <a:ext cx="10373859"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cxnSp>
        <p:nvCxnSpPr>
          <p:cNvPr id="10" name="Google Shape;65;p14">
            <a:extLst>
              <a:ext uri="{FF2B5EF4-FFF2-40B4-BE49-F238E27FC236}">
                <a16:creationId xmlns:a16="http://schemas.microsoft.com/office/drawing/2014/main" id="{2DD4BFA7-19C8-B342-B1C5-D6FD28598559}"/>
              </a:ext>
            </a:extLst>
          </p:cNvPr>
          <p:cNvCxnSpPr/>
          <p:nvPr userDrawn="1"/>
        </p:nvCxnSpPr>
        <p:spPr>
          <a:xfrm>
            <a:off x="298311" y="6407566"/>
            <a:ext cx="11595378" cy="0"/>
          </a:xfrm>
          <a:prstGeom prst="straightConnector1">
            <a:avLst/>
          </a:prstGeom>
          <a:noFill/>
          <a:ln w="9525" cap="flat" cmpd="sng">
            <a:solidFill>
              <a:schemeClr val="bg1"/>
            </a:solidFill>
            <a:prstDash val="solid"/>
            <a:round/>
            <a:headEnd type="none" w="med" len="med"/>
            <a:tailEnd type="none" w="med" len="med"/>
          </a:ln>
        </p:spPr>
      </p:cxnSp>
      <p:sp>
        <p:nvSpPr>
          <p:cNvPr id="12" name="TextBox 11">
            <a:extLst>
              <a:ext uri="{FF2B5EF4-FFF2-40B4-BE49-F238E27FC236}">
                <a16:creationId xmlns:a16="http://schemas.microsoft.com/office/drawing/2014/main" id="{F2544760-7626-0C48-921E-0E9A007081A8}"/>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bg1"/>
                </a:solidFill>
                <a:latin typeface="Ubuntu" panose="020B0504030602030204" pitchFamily="34" charset="0"/>
              </a:rPr>
              <a:pPr algn="r"/>
              <a:t>‹#›</a:t>
            </a:fld>
            <a:endParaRPr lang="en-US" sz="600">
              <a:solidFill>
                <a:schemeClr val="bg1"/>
              </a:solidFill>
              <a:latin typeface="Ubuntu" panose="020B0504030602030204" pitchFamily="34" charset="0"/>
            </a:endParaRPr>
          </a:p>
        </p:txBody>
      </p:sp>
      <p:cxnSp>
        <p:nvCxnSpPr>
          <p:cNvPr id="15" name="Straight Connector 14">
            <a:extLst>
              <a:ext uri="{FF2B5EF4-FFF2-40B4-BE49-F238E27FC236}">
                <a16:creationId xmlns:a16="http://schemas.microsoft.com/office/drawing/2014/main" id="{DF889B5A-0DBA-DA4A-9613-BB6EECCF4536}"/>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0" name="Graphic 4">
            <a:extLst>
              <a:ext uri="{FF2B5EF4-FFF2-40B4-BE49-F238E27FC236}">
                <a16:creationId xmlns:a16="http://schemas.microsoft.com/office/drawing/2014/main" id="{9F57998B-72D7-400D-990C-B75A9323273F}"/>
              </a:ext>
            </a:extLst>
          </p:cNvPr>
          <p:cNvGrpSpPr/>
          <p:nvPr userDrawn="1"/>
        </p:nvGrpSpPr>
        <p:grpSpPr>
          <a:xfrm>
            <a:off x="270243" y="6517798"/>
            <a:ext cx="724037" cy="161562"/>
            <a:chOff x="2497995" y="2687207"/>
            <a:chExt cx="5762625" cy="1285875"/>
          </a:xfrm>
          <a:solidFill>
            <a:schemeClr val="bg1"/>
          </a:solidFill>
        </p:grpSpPr>
        <p:sp>
          <p:nvSpPr>
            <p:cNvPr id="21" name="Freeform: Shape 20">
              <a:extLst>
                <a:ext uri="{FF2B5EF4-FFF2-40B4-BE49-F238E27FC236}">
                  <a16:creationId xmlns:a16="http://schemas.microsoft.com/office/drawing/2014/main" id="{9AC61291-80FA-4743-81C3-A9AEB174EC89}"/>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92779C99-BBF8-4337-A1C4-061B3C7FC5A7}"/>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6169C8E-4534-44FE-8CBE-F1BBD84730DC}"/>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77333C0-6859-4526-8277-6C18F1D2B15A}"/>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847186D9-6B04-4C52-B4C4-272AAD61627E}"/>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571415547"/>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7_divider_3">
    <p:bg>
      <p:bgPr>
        <a:solidFill>
          <a:schemeClr val="accent1"/>
        </a:solidFill>
        <a:effectLst/>
      </p:bgPr>
    </p:bg>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14217E6F-E945-B741-869A-11970748BC7E}"/>
              </a:ext>
            </a:extLst>
          </p:cNvPr>
          <p:cNvSpPr>
            <a:spLocks noGrp="1"/>
          </p:cNvSpPr>
          <p:nvPr>
            <p:ph type="body" sz="quarter" idx="10" hasCustomPrompt="1"/>
          </p:nvPr>
        </p:nvSpPr>
        <p:spPr>
          <a:xfrm>
            <a:off x="591399" y="572679"/>
            <a:ext cx="4489887"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2"/>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Divider title goes here</a:t>
            </a:r>
          </a:p>
        </p:txBody>
      </p:sp>
      <p:sp>
        <p:nvSpPr>
          <p:cNvPr id="6" name="Picture Placeholder 5">
            <a:extLst>
              <a:ext uri="{FF2B5EF4-FFF2-40B4-BE49-F238E27FC236}">
                <a16:creationId xmlns:a16="http://schemas.microsoft.com/office/drawing/2014/main" id="{B38B1D69-A1DE-3540-866D-59CE5DBD495B}"/>
              </a:ext>
            </a:extLst>
          </p:cNvPr>
          <p:cNvSpPr>
            <a:spLocks noGrp="1"/>
          </p:cNvSpPr>
          <p:nvPr>
            <p:ph type="pic" sz="quarter" idx="11"/>
          </p:nvPr>
        </p:nvSpPr>
        <p:spPr>
          <a:xfrm>
            <a:off x="6096000" y="0"/>
            <a:ext cx="6096000" cy="6858000"/>
          </a:xfrm>
          <a:prstGeom prst="rect">
            <a:avLst/>
          </a:prstGeom>
        </p:spPr>
        <p:txBody>
          <a:bodyPr/>
          <a:lstStyle/>
          <a:p>
            <a:endParaRPr lang="en-US"/>
          </a:p>
        </p:txBody>
      </p:sp>
      <p:sp>
        <p:nvSpPr>
          <p:cNvPr id="13" name="Google Shape;64;p14">
            <a:extLst>
              <a:ext uri="{FF2B5EF4-FFF2-40B4-BE49-F238E27FC236}">
                <a16:creationId xmlns:a16="http://schemas.microsoft.com/office/drawing/2014/main" id="{1C9779EF-9B8E-E14A-A0FC-86E78BECE902}"/>
              </a:ext>
            </a:extLst>
          </p:cNvPr>
          <p:cNvSpPr txBox="1"/>
          <p:nvPr userDrawn="1"/>
        </p:nvSpPr>
        <p:spPr>
          <a:xfrm>
            <a:off x="1076459" y="6395991"/>
            <a:ext cx="4489885"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cxnSp>
        <p:nvCxnSpPr>
          <p:cNvPr id="14" name="Google Shape;65;p14">
            <a:extLst>
              <a:ext uri="{FF2B5EF4-FFF2-40B4-BE49-F238E27FC236}">
                <a16:creationId xmlns:a16="http://schemas.microsoft.com/office/drawing/2014/main" id="{80DFFFFB-E963-074D-A4D4-318C94F5DE68}"/>
              </a:ext>
            </a:extLst>
          </p:cNvPr>
          <p:cNvCxnSpPr/>
          <p:nvPr userDrawn="1"/>
        </p:nvCxnSpPr>
        <p:spPr>
          <a:xfrm>
            <a:off x="298311" y="6407566"/>
            <a:ext cx="5685800" cy="0"/>
          </a:xfrm>
          <a:prstGeom prst="straightConnector1">
            <a:avLst/>
          </a:prstGeom>
          <a:noFill/>
          <a:ln w="9525" cap="flat" cmpd="sng">
            <a:solidFill>
              <a:schemeClr val="bg1"/>
            </a:solidFill>
            <a:prstDash val="solid"/>
            <a:round/>
            <a:headEnd type="none" w="med" len="med"/>
            <a:tailEnd type="none" w="med" len="med"/>
          </a:ln>
        </p:spPr>
      </p:cxnSp>
      <p:cxnSp>
        <p:nvCxnSpPr>
          <p:cNvPr id="18" name="Straight Connector 17">
            <a:extLst>
              <a:ext uri="{FF2B5EF4-FFF2-40B4-BE49-F238E27FC236}">
                <a16:creationId xmlns:a16="http://schemas.microsoft.com/office/drawing/2014/main" id="{0C6596FD-BF5A-DA46-9DB8-8330896AB650}"/>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9" name="Graphic 4">
            <a:extLst>
              <a:ext uri="{FF2B5EF4-FFF2-40B4-BE49-F238E27FC236}">
                <a16:creationId xmlns:a16="http://schemas.microsoft.com/office/drawing/2014/main" id="{BF9997A0-6952-4384-95AB-6466C0BBE4E4}"/>
              </a:ext>
            </a:extLst>
          </p:cNvPr>
          <p:cNvGrpSpPr/>
          <p:nvPr userDrawn="1"/>
        </p:nvGrpSpPr>
        <p:grpSpPr>
          <a:xfrm>
            <a:off x="270243" y="6517798"/>
            <a:ext cx="724037" cy="161562"/>
            <a:chOff x="2497995" y="2687207"/>
            <a:chExt cx="5762625" cy="1285875"/>
          </a:xfrm>
          <a:solidFill>
            <a:schemeClr val="bg1"/>
          </a:solidFill>
        </p:grpSpPr>
        <p:sp>
          <p:nvSpPr>
            <p:cNvPr id="10" name="Freeform: Shape 9">
              <a:extLst>
                <a:ext uri="{FF2B5EF4-FFF2-40B4-BE49-F238E27FC236}">
                  <a16:creationId xmlns:a16="http://schemas.microsoft.com/office/drawing/2014/main" id="{D4F6A8FC-16C8-4AD8-ADD7-523462F568C2}"/>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18849092-6632-44B6-925D-7A97C422D1F1}"/>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C685B86C-CCA5-499F-859A-46F662A7EF64}"/>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420CB65-881D-41F8-8258-71A3B4F86A58}"/>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8E83BC1B-DADB-4871-9458-B076F6B1F3FB}"/>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703724131"/>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_divider_3">
    <p:bg>
      <p:bgPr>
        <a:solidFill>
          <a:schemeClr val="accent3"/>
        </a:solidFill>
        <a:effectLst/>
      </p:bgPr>
    </p:bg>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14217E6F-E945-B741-869A-11970748BC7E}"/>
              </a:ext>
            </a:extLst>
          </p:cNvPr>
          <p:cNvSpPr>
            <a:spLocks noGrp="1"/>
          </p:cNvSpPr>
          <p:nvPr>
            <p:ph type="body" sz="quarter" idx="10" hasCustomPrompt="1"/>
          </p:nvPr>
        </p:nvSpPr>
        <p:spPr>
          <a:xfrm>
            <a:off x="591399" y="572679"/>
            <a:ext cx="4489887"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2"/>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Divider title goes here</a:t>
            </a:r>
          </a:p>
        </p:txBody>
      </p:sp>
      <p:sp>
        <p:nvSpPr>
          <p:cNvPr id="6" name="Picture Placeholder 5">
            <a:extLst>
              <a:ext uri="{FF2B5EF4-FFF2-40B4-BE49-F238E27FC236}">
                <a16:creationId xmlns:a16="http://schemas.microsoft.com/office/drawing/2014/main" id="{B38B1D69-A1DE-3540-866D-59CE5DBD495B}"/>
              </a:ext>
            </a:extLst>
          </p:cNvPr>
          <p:cNvSpPr>
            <a:spLocks noGrp="1"/>
          </p:cNvSpPr>
          <p:nvPr>
            <p:ph type="pic" sz="quarter" idx="11"/>
          </p:nvPr>
        </p:nvSpPr>
        <p:spPr>
          <a:xfrm>
            <a:off x="6096000" y="0"/>
            <a:ext cx="6096000" cy="6858000"/>
          </a:xfrm>
          <a:prstGeom prst="rect">
            <a:avLst/>
          </a:prstGeom>
        </p:spPr>
        <p:txBody>
          <a:bodyPr/>
          <a:lstStyle/>
          <a:p>
            <a:endParaRPr lang="en-US"/>
          </a:p>
        </p:txBody>
      </p:sp>
      <p:sp>
        <p:nvSpPr>
          <p:cNvPr id="13" name="Google Shape;64;p14">
            <a:extLst>
              <a:ext uri="{FF2B5EF4-FFF2-40B4-BE49-F238E27FC236}">
                <a16:creationId xmlns:a16="http://schemas.microsoft.com/office/drawing/2014/main" id="{1C9779EF-9B8E-E14A-A0FC-86E78BECE902}"/>
              </a:ext>
            </a:extLst>
          </p:cNvPr>
          <p:cNvSpPr txBox="1"/>
          <p:nvPr userDrawn="1"/>
        </p:nvSpPr>
        <p:spPr>
          <a:xfrm>
            <a:off x="1076459" y="6395991"/>
            <a:ext cx="4489885"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cxnSp>
        <p:nvCxnSpPr>
          <p:cNvPr id="14" name="Google Shape;65;p14">
            <a:extLst>
              <a:ext uri="{FF2B5EF4-FFF2-40B4-BE49-F238E27FC236}">
                <a16:creationId xmlns:a16="http://schemas.microsoft.com/office/drawing/2014/main" id="{80DFFFFB-E963-074D-A4D4-318C94F5DE68}"/>
              </a:ext>
            </a:extLst>
          </p:cNvPr>
          <p:cNvCxnSpPr/>
          <p:nvPr userDrawn="1"/>
        </p:nvCxnSpPr>
        <p:spPr>
          <a:xfrm>
            <a:off x="298311" y="6407566"/>
            <a:ext cx="5685800" cy="0"/>
          </a:xfrm>
          <a:prstGeom prst="straightConnector1">
            <a:avLst/>
          </a:prstGeom>
          <a:noFill/>
          <a:ln w="9525" cap="flat" cmpd="sng">
            <a:solidFill>
              <a:schemeClr val="bg1"/>
            </a:solidFill>
            <a:prstDash val="solid"/>
            <a:round/>
            <a:headEnd type="none" w="med" len="med"/>
            <a:tailEnd type="none" w="med" len="med"/>
          </a:ln>
        </p:spPr>
      </p:cxnSp>
      <p:cxnSp>
        <p:nvCxnSpPr>
          <p:cNvPr id="18" name="Straight Connector 17">
            <a:extLst>
              <a:ext uri="{FF2B5EF4-FFF2-40B4-BE49-F238E27FC236}">
                <a16:creationId xmlns:a16="http://schemas.microsoft.com/office/drawing/2014/main" id="{0C6596FD-BF5A-DA46-9DB8-8330896AB650}"/>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9" name="Graphic 4">
            <a:extLst>
              <a:ext uri="{FF2B5EF4-FFF2-40B4-BE49-F238E27FC236}">
                <a16:creationId xmlns:a16="http://schemas.microsoft.com/office/drawing/2014/main" id="{79BA7D10-4757-436A-8C09-E133A7F111F1}"/>
              </a:ext>
            </a:extLst>
          </p:cNvPr>
          <p:cNvGrpSpPr/>
          <p:nvPr userDrawn="1"/>
        </p:nvGrpSpPr>
        <p:grpSpPr>
          <a:xfrm>
            <a:off x="270243" y="6517798"/>
            <a:ext cx="724037" cy="161562"/>
            <a:chOff x="2497995" y="2687207"/>
            <a:chExt cx="5762625" cy="1285875"/>
          </a:xfrm>
          <a:solidFill>
            <a:schemeClr val="bg1"/>
          </a:solidFill>
        </p:grpSpPr>
        <p:sp>
          <p:nvSpPr>
            <p:cNvPr id="20" name="Freeform: Shape 19">
              <a:extLst>
                <a:ext uri="{FF2B5EF4-FFF2-40B4-BE49-F238E27FC236}">
                  <a16:creationId xmlns:a16="http://schemas.microsoft.com/office/drawing/2014/main" id="{F591BFF9-D792-4AF8-ACB1-FCC09C632E90}"/>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098C6562-5A22-4381-814B-6CCB5F61EE9B}"/>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07F5E4DE-2E65-49C8-8B19-05A759D930F7}"/>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7C5D5D8-CAE2-4A5B-B049-E4CEE0DB959F}"/>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783763D-FDB5-476F-9DA5-C6226F6DEA02}"/>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4251227218"/>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divider_3">
    <p:bg>
      <p:bgPr>
        <a:solidFill>
          <a:schemeClr val="accent2"/>
        </a:solidFill>
        <a:effectLst/>
      </p:bgPr>
    </p:bg>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B6693618-A44F-E347-9857-26B9F756C893}"/>
              </a:ext>
            </a:extLst>
          </p:cNvPr>
          <p:cNvSpPr>
            <a:spLocks noGrp="1"/>
          </p:cNvSpPr>
          <p:nvPr>
            <p:ph type="body" sz="quarter" idx="10" hasCustomPrompt="1"/>
          </p:nvPr>
        </p:nvSpPr>
        <p:spPr>
          <a:xfrm>
            <a:off x="591399" y="572679"/>
            <a:ext cx="4489887"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2"/>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Divider title goes here</a:t>
            </a:r>
          </a:p>
        </p:txBody>
      </p:sp>
      <p:sp>
        <p:nvSpPr>
          <p:cNvPr id="13" name="Picture Placeholder 5">
            <a:extLst>
              <a:ext uri="{FF2B5EF4-FFF2-40B4-BE49-F238E27FC236}">
                <a16:creationId xmlns:a16="http://schemas.microsoft.com/office/drawing/2014/main" id="{AE8EB370-14C3-374A-8B05-C964404D9BD6}"/>
              </a:ext>
            </a:extLst>
          </p:cNvPr>
          <p:cNvSpPr>
            <a:spLocks noGrp="1"/>
          </p:cNvSpPr>
          <p:nvPr>
            <p:ph type="pic" sz="quarter" idx="11"/>
          </p:nvPr>
        </p:nvSpPr>
        <p:spPr>
          <a:xfrm>
            <a:off x="6096000" y="0"/>
            <a:ext cx="6096000" cy="6858000"/>
          </a:xfrm>
          <a:prstGeom prst="rect">
            <a:avLst/>
          </a:prstGeom>
        </p:spPr>
        <p:txBody>
          <a:bodyPr/>
          <a:lstStyle/>
          <a:p>
            <a:endParaRPr lang="en-US"/>
          </a:p>
        </p:txBody>
      </p:sp>
      <p:sp>
        <p:nvSpPr>
          <p:cNvPr id="14" name="Google Shape;64;p14">
            <a:extLst>
              <a:ext uri="{FF2B5EF4-FFF2-40B4-BE49-F238E27FC236}">
                <a16:creationId xmlns:a16="http://schemas.microsoft.com/office/drawing/2014/main" id="{CF948EC8-A6F9-4444-8721-6E0549A693F1}"/>
              </a:ext>
            </a:extLst>
          </p:cNvPr>
          <p:cNvSpPr txBox="1"/>
          <p:nvPr userDrawn="1"/>
        </p:nvSpPr>
        <p:spPr>
          <a:xfrm>
            <a:off x="1076459" y="6395991"/>
            <a:ext cx="4489867"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tx2"/>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cxnSp>
        <p:nvCxnSpPr>
          <p:cNvPr id="16" name="Google Shape;65;p14">
            <a:extLst>
              <a:ext uri="{FF2B5EF4-FFF2-40B4-BE49-F238E27FC236}">
                <a16:creationId xmlns:a16="http://schemas.microsoft.com/office/drawing/2014/main" id="{18124C8F-E9AC-F84F-97C8-3CCCA089E45F}"/>
              </a:ext>
            </a:extLst>
          </p:cNvPr>
          <p:cNvCxnSpPr/>
          <p:nvPr userDrawn="1"/>
        </p:nvCxnSpPr>
        <p:spPr>
          <a:xfrm>
            <a:off x="298311" y="6407566"/>
            <a:ext cx="5685800" cy="0"/>
          </a:xfrm>
          <a:prstGeom prst="straightConnector1">
            <a:avLst/>
          </a:prstGeom>
          <a:noFill/>
          <a:ln w="9525" cap="flat" cmpd="sng">
            <a:solidFill>
              <a:schemeClr val="tx2"/>
            </a:solidFill>
            <a:prstDash val="solid"/>
            <a:round/>
            <a:headEnd type="none" w="med" len="med"/>
            <a:tailEnd type="none" w="med" len="med"/>
          </a:ln>
        </p:spPr>
      </p:cxnSp>
      <p:cxnSp>
        <p:nvCxnSpPr>
          <p:cNvPr id="18" name="Straight Connector 17">
            <a:extLst>
              <a:ext uri="{FF2B5EF4-FFF2-40B4-BE49-F238E27FC236}">
                <a16:creationId xmlns:a16="http://schemas.microsoft.com/office/drawing/2014/main" id="{523BC8AD-4651-2149-A9F5-3541B2E9BB75}"/>
              </a:ext>
            </a:extLst>
          </p:cNvPr>
          <p:cNvCxnSpPr/>
          <p:nvPr userDrawn="1"/>
        </p:nvCxnSpPr>
        <p:spPr>
          <a:xfrm flipH="1">
            <a:off x="1076460" y="6461919"/>
            <a:ext cx="0" cy="247106"/>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grpSp>
        <p:nvGrpSpPr>
          <p:cNvPr id="20" name="Graphic 4">
            <a:extLst>
              <a:ext uri="{FF2B5EF4-FFF2-40B4-BE49-F238E27FC236}">
                <a16:creationId xmlns:a16="http://schemas.microsoft.com/office/drawing/2014/main" id="{6367DE86-1680-420F-AB6E-99AC884D3490}"/>
              </a:ext>
            </a:extLst>
          </p:cNvPr>
          <p:cNvGrpSpPr/>
          <p:nvPr userDrawn="1"/>
        </p:nvGrpSpPr>
        <p:grpSpPr>
          <a:xfrm>
            <a:off x="270243" y="6517798"/>
            <a:ext cx="724037" cy="161562"/>
            <a:chOff x="2497995" y="2687207"/>
            <a:chExt cx="5762625" cy="1285875"/>
          </a:xfrm>
        </p:grpSpPr>
        <p:sp>
          <p:nvSpPr>
            <p:cNvPr id="21" name="Freeform: Shape 20">
              <a:extLst>
                <a:ext uri="{FF2B5EF4-FFF2-40B4-BE49-F238E27FC236}">
                  <a16:creationId xmlns:a16="http://schemas.microsoft.com/office/drawing/2014/main" id="{0E9B03DF-CA6F-4225-8116-75FE0F264C0C}"/>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3194FAAF-DE26-48C0-8522-BB735A69803B}"/>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A1817D64-9690-4D47-993D-A5CFF9897265}"/>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04BB4D5-7EA7-4A84-BC80-7290CF76F898}"/>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93D4E17C-1A2C-461D-95B7-24C116877501}"/>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931830254"/>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divider_2">
    <p:bg>
      <p:bgPr>
        <a:solidFill>
          <a:schemeClr val="accent4"/>
        </a:solidFill>
        <a:effectLst/>
      </p:bgPr>
    </p:bg>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44708338-9194-DE4E-9A93-BFE454D9EA90}"/>
              </a:ext>
            </a:extLst>
          </p:cNvPr>
          <p:cNvSpPr>
            <a:spLocks noGrp="1"/>
          </p:cNvSpPr>
          <p:nvPr>
            <p:ph type="body" sz="quarter" idx="10" hasCustomPrompt="1"/>
          </p:nvPr>
        </p:nvSpPr>
        <p:spPr>
          <a:xfrm>
            <a:off x="591399" y="572679"/>
            <a:ext cx="4489887"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bg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Divider title goes here</a:t>
            </a:r>
          </a:p>
        </p:txBody>
      </p:sp>
      <p:sp>
        <p:nvSpPr>
          <p:cNvPr id="13" name="Picture Placeholder 5">
            <a:extLst>
              <a:ext uri="{FF2B5EF4-FFF2-40B4-BE49-F238E27FC236}">
                <a16:creationId xmlns:a16="http://schemas.microsoft.com/office/drawing/2014/main" id="{C717EBA5-697C-3244-AED7-DA57BFD0622F}"/>
              </a:ext>
            </a:extLst>
          </p:cNvPr>
          <p:cNvSpPr>
            <a:spLocks noGrp="1"/>
          </p:cNvSpPr>
          <p:nvPr>
            <p:ph type="pic" sz="quarter" idx="11"/>
          </p:nvPr>
        </p:nvSpPr>
        <p:spPr>
          <a:xfrm>
            <a:off x="6096000" y="0"/>
            <a:ext cx="6096000" cy="6858000"/>
          </a:xfrm>
          <a:prstGeom prst="rect">
            <a:avLst/>
          </a:prstGeom>
        </p:spPr>
        <p:txBody>
          <a:bodyPr/>
          <a:lstStyle/>
          <a:p>
            <a:endParaRPr lang="en-US"/>
          </a:p>
        </p:txBody>
      </p:sp>
      <p:sp>
        <p:nvSpPr>
          <p:cNvPr id="16" name="Google Shape;64;p14">
            <a:extLst>
              <a:ext uri="{FF2B5EF4-FFF2-40B4-BE49-F238E27FC236}">
                <a16:creationId xmlns:a16="http://schemas.microsoft.com/office/drawing/2014/main" id="{1FC22C5B-10E3-F443-9014-9A1997A18802}"/>
              </a:ext>
            </a:extLst>
          </p:cNvPr>
          <p:cNvSpPr txBox="1"/>
          <p:nvPr userDrawn="1"/>
        </p:nvSpPr>
        <p:spPr>
          <a:xfrm>
            <a:off x="1076459" y="6395991"/>
            <a:ext cx="4489885"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cxnSp>
        <p:nvCxnSpPr>
          <p:cNvPr id="17" name="Google Shape;65;p14">
            <a:extLst>
              <a:ext uri="{FF2B5EF4-FFF2-40B4-BE49-F238E27FC236}">
                <a16:creationId xmlns:a16="http://schemas.microsoft.com/office/drawing/2014/main" id="{B14104A6-8FE6-8D47-8E18-30850C97CCDA}"/>
              </a:ext>
            </a:extLst>
          </p:cNvPr>
          <p:cNvCxnSpPr/>
          <p:nvPr userDrawn="1"/>
        </p:nvCxnSpPr>
        <p:spPr>
          <a:xfrm>
            <a:off x="298311" y="6407566"/>
            <a:ext cx="5685800" cy="0"/>
          </a:xfrm>
          <a:prstGeom prst="straightConnector1">
            <a:avLst/>
          </a:prstGeom>
          <a:noFill/>
          <a:ln w="9525" cap="flat" cmpd="sng">
            <a:solidFill>
              <a:schemeClr val="bg1"/>
            </a:solidFill>
            <a:prstDash val="solid"/>
            <a:round/>
            <a:headEnd type="none" w="med" len="med"/>
            <a:tailEnd type="none" w="med" len="med"/>
          </a:ln>
        </p:spPr>
      </p:cxnSp>
      <p:cxnSp>
        <p:nvCxnSpPr>
          <p:cNvPr id="19" name="Straight Connector 18">
            <a:extLst>
              <a:ext uri="{FF2B5EF4-FFF2-40B4-BE49-F238E27FC236}">
                <a16:creationId xmlns:a16="http://schemas.microsoft.com/office/drawing/2014/main" id="{3048A61A-2F09-9547-B0C9-4841681C317C}"/>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0" name="Graphic 4">
            <a:extLst>
              <a:ext uri="{FF2B5EF4-FFF2-40B4-BE49-F238E27FC236}">
                <a16:creationId xmlns:a16="http://schemas.microsoft.com/office/drawing/2014/main" id="{96BD9331-23E0-4ADE-898A-8BBB24F52899}"/>
              </a:ext>
            </a:extLst>
          </p:cNvPr>
          <p:cNvGrpSpPr/>
          <p:nvPr userDrawn="1"/>
        </p:nvGrpSpPr>
        <p:grpSpPr>
          <a:xfrm>
            <a:off x="270243" y="6517798"/>
            <a:ext cx="724037" cy="161562"/>
            <a:chOff x="2497995" y="2687207"/>
            <a:chExt cx="5762625" cy="1285875"/>
          </a:xfrm>
          <a:solidFill>
            <a:schemeClr val="bg1"/>
          </a:solidFill>
        </p:grpSpPr>
        <p:sp>
          <p:nvSpPr>
            <p:cNvPr id="21" name="Freeform: Shape 20">
              <a:extLst>
                <a:ext uri="{FF2B5EF4-FFF2-40B4-BE49-F238E27FC236}">
                  <a16:creationId xmlns:a16="http://schemas.microsoft.com/office/drawing/2014/main" id="{EB552690-BC70-4488-8AE6-C31EF6B2EEBD}"/>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6539346E-A419-4B95-AAA2-9D6AC6A0E3A7}"/>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0AACADE8-EA17-449C-B024-AF5986525BA7}"/>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0EE11BA0-E08E-4AF4-AECB-EC4CC91C8CCF}"/>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C9E95673-1AE9-4B5A-8478-A179CC7610BF}"/>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88286752"/>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5_divider_3">
    <p:bg>
      <p:bgPr>
        <a:solidFill>
          <a:schemeClr val="accent5"/>
        </a:solidFill>
        <a:effectLst/>
      </p:bgPr>
    </p:bg>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13C133EF-2FC5-AB48-887B-95D54302CEBC}"/>
              </a:ext>
            </a:extLst>
          </p:cNvPr>
          <p:cNvSpPr>
            <a:spLocks noGrp="1"/>
          </p:cNvSpPr>
          <p:nvPr>
            <p:ph type="body" sz="quarter" idx="10" hasCustomPrompt="1"/>
          </p:nvPr>
        </p:nvSpPr>
        <p:spPr>
          <a:xfrm>
            <a:off x="591399" y="572679"/>
            <a:ext cx="4489887" cy="2010266"/>
          </a:xfrm>
          <a:prstGeom prst="rect">
            <a:avLst/>
          </a:prstGeom>
          <a:ln>
            <a:noFill/>
          </a:ln>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2"/>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Divider title goes here</a:t>
            </a:r>
          </a:p>
        </p:txBody>
      </p:sp>
      <p:sp>
        <p:nvSpPr>
          <p:cNvPr id="13" name="Picture Placeholder 5">
            <a:extLst>
              <a:ext uri="{FF2B5EF4-FFF2-40B4-BE49-F238E27FC236}">
                <a16:creationId xmlns:a16="http://schemas.microsoft.com/office/drawing/2014/main" id="{AD27BAE1-B3AD-324F-B750-59315F7EF4CA}"/>
              </a:ext>
            </a:extLst>
          </p:cNvPr>
          <p:cNvSpPr>
            <a:spLocks noGrp="1"/>
          </p:cNvSpPr>
          <p:nvPr>
            <p:ph type="pic" sz="quarter" idx="11"/>
          </p:nvPr>
        </p:nvSpPr>
        <p:spPr>
          <a:xfrm>
            <a:off x="6096000" y="0"/>
            <a:ext cx="6096000" cy="6858000"/>
          </a:xfrm>
          <a:prstGeom prst="rect">
            <a:avLst/>
          </a:prstGeom>
        </p:spPr>
        <p:txBody>
          <a:bodyPr/>
          <a:lstStyle/>
          <a:p>
            <a:endParaRPr lang="en-US"/>
          </a:p>
        </p:txBody>
      </p:sp>
      <p:sp>
        <p:nvSpPr>
          <p:cNvPr id="14" name="Google Shape;64;p14">
            <a:extLst>
              <a:ext uri="{FF2B5EF4-FFF2-40B4-BE49-F238E27FC236}">
                <a16:creationId xmlns:a16="http://schemas.microsoft.com/office/drawing/2014/main" id="{BC7E5689-F233-7B49-A402-9C3573AC4B08}"/>
              </a:ext>
            </a:extLst>
          </p:cNvPr>
          <p:cNvSpPr txBox="1"/>
          <p:nvPr userDrawn="1"/>
        </p:nvSpPr>
        <p:spPr>
          <a:xfrm>
            <a:off x="1076459" y="6395991"/>
            <a:ext cx="4489879"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tx2"/>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cxnSp>
        <p:nvCxnSpPr>
          <p:cNvPr id="16" name="Google Shape;65;p14">
            <a:extLst>
              <a:ext uri="{FF2B5EF4-FFF2-40B4-BE49-F238E27FC236}">
                <a16:creationId xmlns:a16="http://schemas.microsoft.com/office/drawing/2014/main" id="{9CE101FC-B5BA-EF44-9E84-BE1459CD348B}"/>
              </a:ext>
            </a:extLst>
          </p:cNvPr>
          <p:cNvCxnSpPr/>
          <p:nvPr userDrawn="1"/>
        </p:nvCxnSpPr>
        <p:spPr>
          <a:xfrm>
            <a:off x="298311" y="6407566"/>
            <a:ext cx="5685800" cy="0"/>
          </a:xfrm>
          <a:prstGeom prst="straightConnector1">
            <a:avLst/>
          </a:prstGeom>
          <a:noFill/>
          <a:ln w="9525" cap="flat" cmpd="sng">
            <a:solidFill>
              <a:schemeClr val="tx2"/>
            </a:solidFill>
            <a:prstDash val="solid"/>
            <a:round/>
            <a:headEnd type="none" w="med" len="med"/>
            <a:tailEnd type="none" w="med" len="med"/>
          </a:ln>
        </p:spPr>
      </p:cxnSp>
      <p:cxnSp>
        <p:nvCxnSpPr>
          <p:cNvPr id="18" name="Straight Connector 17">
            <a:extLst>
              <a:ext uri="{FF2B5EF4-FFF2-40B4-BE49-F238E27FC236}">
                <a16:creationId xmlns:a16="http://schemas.microsoft.com/office/drawing/2014/main" id="{707A4633-8B73-BE44-9B9D-420F3BE1856F}"/>
              </a:ext>
            </a:extLst>
          </p:cNvPr>
          <p:cNvCxnSpPr/>
          <p:nvPr userDrawn="1"/>
        </p:nvCxnSpPr>
        <p:spPr>
          <a:xfrm flipH="1">
            <a:off x="1076460" y="6461919"/>
            <a:ext cx="0" cy="247106"/>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grpSp>
        <p:nvGrpSpPr>
          <p:cNvPr id="20" name="Graphic 4">
            <a:extLst>
              <a:ext uri="{FF2B5EF4-FFF2-40B4-BE49-F238E27FC236}">
                <a16:creationId xmlns:a16="http://schemas.microsoft.com/office/drawing/2014/main" id="{079E23C5-9E18-40A5-BF77-ADEB6EF7835B}"/>
              </a:ext>
            </a:extLst>
          </p:cNvPr>
          <p:cNvGrpSpPr/>
          <p:nvPr userDrawn="1"/>
        </p:nvGrpSpPr>
        <p:grpSpPr>
          <a:xfrm>
            <a:off x="270243" y="6517798"/>
            <a:ext cx="724037" cy="161562"/>
            <a:chOff x="2497995" y="2687207"/>
            <a:chExt cx="5762625" cy="1285875"/>
          </a:xfrm>
        </p:grpSpPr>
        <p:sp>
          <p:nvSpPr>
            <p:cNvPr id="21" name="Freeform: Shape 20">
              <a:extLst>
                <a:ext uri="{FF2B5EF4-FFF2-40B4-BE49-F238E27FC236}">
                  <a16:creationId xmlns:a16="http://schemas.microsoft.com/office/drawing/2014/main" id="{2A6EFC21-7F1F-4233-B1C7-616DEC8DF79C}"/>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C91E9752-3077-4D2A-91E4-B59BB60E5DB2}"/>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4DCB9ACF-4B2C-410C-9E8C-4FBA15A5233A}"/>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302EC6DB-C2AA-49C2-B20E-E1DDE30F509E}"/>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7E0CB2B8-44B7-46CD-82E0-73D49761657B}"/>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146886883"/>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_divider_2">
    <p:bg>
      <p:bgPr>
        <a:solidFill>
          <a:schemeClr val="accent6"/>
        </a:solidFill>
        <a:effectLst/>
      </p:bgPr>
    </p:bg>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44708338-9194-DE4E-9A93-BFE454D9EA90}"/>
              </a:ext>
            </a:extLst>
          </p:cNvPr>
          <p:cNvSpPr>
            <a:spLocks noGrp="1"/>
          </p:cNvSpPr>
          <p:nvPr>
            <p:ph type="body" sz="quarter" idx="10" hasCustomPrompt="1"/>
          </p:nvPr>
        </p:nvSpPr>
        <p:spPr>
          <a:xfrm>
            <a:off x="591399" y="572679"/>
            <a:ext cx="4489887"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bg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Divider title goes here</a:t>
            </a:r>
          </a:p>
        </p:txBody>
      </p:sp>
      <p:sp>
        <p:nvSpPr>
          <p:cNvPr id="13" name="Picture Placeholder 5">
            <a:extLst>
              <a:ext uri="{FF2B5EF4-FFF2-40B4-BE49-F238E27FC236}">
                <a16:creationId xmlns:a16="http://schemas.microsoft.com/office/drawing/2014/main" id="{C717EBA5-697C-3244-AED7-DA57BFD0622F}"/>
              </a:ext>
            </a:extLst>
          </p:cNvPr>
          <p:cNvSpPr>
            <a:spLocks noGrp="1"/>
          </p:cNvSpPr>
          <p:nvPr>
            <p:ph type="pic" sz="quarter" idx="11"/>
          </p:nvPr>
        </p:nvSpPr>
        <p:spPr>
          <a:xfrm>
            <a:off x="6096000" y="0"/>
            <a:ext cx="6096000" cy="6858000"/>
          </a:xfrm>
          <a:prstGeom prst="rect">
            <a:avLst/>
          </a:prstGeom>
        </p:spPr>
        <p:txBody>
          <a:bodyPr/>
          <a:lstStyle/>
          <a:p>
            <a:endParaRPr lang="en-US"/>
          </a:p>
        </p:txBody>
      </p:sp>
      <p:sp>
        <p:nvSpPr>
          <p:cNvPr id="16" name="Google Shape;64;p14">
            <a:extLst>
              <a:ext uri="{FF2B5EF4-FFF2-40B4-BE49-F238E27FC236}">
                <a16:creationId xmlns:a16="http://schemas.microsoft.com/office/drawing/2014/main" id="{1FC22C5B-10E3-F443-9014-9A1997A18802}"/>
              </a:ext>
            </a:extLst>
          </p:cNvPr>
          <p:cNvSpPr txBox="1"/>
          <p:nvPr userDrawn="1"/>
        </p:nvSpPr>
        <p:spPr>
          <a:xfrm>
            <a:off x="1076459" y="6395991"/>
            <a:ext cx="4489885"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cxnSp>
        <p:nvCxnSpPr>
          <p:cNvPr id="17" name="Google Shape;65;p14">
            <a:extLst>
              <a:ext uri="{FF2B5EF4-FFF2-40B4-BE49-F238E27FC236}">
                <a16:creationId xmlns:a16="http://schemas.microsoft.com/office/drawing/2014/main" id="{B14104A6-8FE6-8D47-8E18-30850C97CCDA}"/>
              </a:ext>
            </a:extLst>
          </p:cNvPr>
          <p:cNvCxnSpPr/>
          <p:nvPr userDrawn="1"/>
        </p:nvCxnSpPr>
        <p:spPr>
          <a:xfrm>
            <a:off x="298311" y="6407566"/>
            <a:ext cx="5685800" cy="0"/>
          </a:xfrm>
          <a:prstGeom prst="straightConnector1">
            <a:avLst/>
          </a:prstGeom>
          <a:noFill/>
          <a:ln w="9525" cap="flat" cmpd="sng">
            <a:solidFill>
              <a:schemeClr val="bg1"/>
            </a:solidFill>
            <a:prstDash val="solid"/>
            <a:round/>
            <a:headEnd type="none" w="med" len="med"/>
            <a:tailEnd type="none" w="med" len="med"/>
          </a:ln>
        </p:spPr>
      </p:cxnSp>
      <p:cxnSp>
        <p:nvCxnSpPr>
          <p:cNvPr id="19" name="Straight Connector 18">
            <a:extLst>
              <a:ext uri="{FF2B5EF4-FFF2-40B4-BE49-F238E27FC236}">
                <a16:creationId xmlns:a16="http://schemas.microsoft.com/office/drawing/2014/main" id="{3048A61A-2F09-9547-B0C9-4841681C317C}"/>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0" name="Graphic 4">
            <a:extLst>
              <a:ext uri="{FF2B5EF4-FFF2-40B4-BE49-F238E27FC236}">
                <a16:creationId xmlns:a16="http://schemas.microsoft.com/office/drawing/2014/main" id="{2FDF0A0E-F0DA-4964-B2DC-B8A44E9BC711}"/>
              </a:ext>
            </a:extLst>
          </p:cNvPr>
          <p:cNvGrpSpPr/>
          <p:nvPr userDrawn="1"/>
        </p:nvGrpSpPr>
        <p:grpSpPr>
          <a:xfrm>
            <a:off x="270243" y="6517798"/>
            <a:ext cx="724037" cy="161562"/>
            <a:chOff x="2497995" y="2687207"/>
            <a:chExt cx="5762625" cy="1285875"/>
          </a:xfrm>
          <a:solidFill>
            <a:schemeClr val="bg1"/>
          </a:solidFill>
        </p:grpSpPr>
        <p:sp>
          <p:nvSpPr>
            <p:cNvPr id="11" name="Freeform: Shape 10">
              <a:extLst>
                <a:ext uri="{FF2B5EF4-FFF2-40B4-BE49-F238E27FC236}">
                  <a16:creationId xmlns:a16="http://schemas.microsoft.com/office/drawing/2014/main" id="{815EF71F-C53E-4A1D-9AE4-948A0734CF95}"/>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F3654541-9AF9-47A5-9491-6C479A6621E5}"/>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2FD83FFE-E9B7-47F0-B632-8573ED5BA82A}"/>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32095E7-34E3-4323-A97C-2E45C0B249C4}"/>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50A9193D-E791-40DD-A0CB-241069DC833A}"/>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639095537"/>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_content_white_1col">
    <p:bg>
      <p:bgPr>
        <a:solidFill>
          <a:schemeClr val="accent1"/>
        </a:solidFill>
        <a:effectLst/>
      </p:bgPr>
    </p:bg>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B4193CD3-57CC-3646-ADC6-B94398AA05D5}"/>
              </a:ext>
            </a:extLst>
          </p:cNvPr>
          <p:cNvSpPr>
            <a:spLocks noGrp="1"/>
          </p:cNvSpPr>
          <p:nvPr>
            <p:ph type="title" hasCustomPrompt="1"/>
          </p:nvPr>
        </p:nvSpPr>
        <p:spPr>
          <a:xfrm>
            <a:off x="601883" y="365126"/>
            <a:ext cx="10995949" cy="803918"/>
          </a:xfrm>
          <a:prstGeom prst="rect">
            <a:avLst/>
          </a:prstGeom>
          <a:ln>
            <a:noFill/>
          </a:ln>
        </p:spPr>
        <p:txBody>
          <a:bodyPr/>
          <a:lstStyle>
            <a:lvl1pPr>
              <a:defRPr sz="2400" b="1">
                <a:solidFill>
                  <a:schemeClr val="bg1"/>
                </a:solidFill>
                <a:latin typeface="Ubuntu" panose="020B0504030602030204" pitchFamily="34" charset="0"/>
              </a:defRPr>
            </a:lvl1pPr>
          </a:lstStyle>
          <a:p>
            <a:r>
              <a:rPr lang="en-GB"/>
              <a:t>Slide title goes here lorem ipsum</a:t>
            </a:r>
            <a:br>
              <a:rPr lang="en-GB"/>
            </a:br>
            <a:r>
              <a:rPr lang="en-GB"/>
              <a:t>Slide title goes here lorem ipsum</a:t>
            </a:r>
            <a:endParaRPr lang="en-US"/>
          </a:p>
        </p:txBody>
      </p:sp>
      <p:sp>
        <p:nvSpPr>
          <p:cNvPr id="19" name="Text Placeholder 18">
            <a:extLst>
              <a:ext uri="{FF2B5EF4-FFF2-40B4-BE49-F238E27FC236}">
                <a16:creationId xmlns:a16="http://schemas.microsoft.com/office/drawing/2014/main" id="{9A49AA63-AC29-BD4E-BC06-561B10EFC788}"/>
              </a:ext>
            </a:extLst>
          </p:cNvPr>
          <p:cNvSpPr>
            <a:spLocks noGrp="1"/>
          </p:cNvSpPr>
          <p:nvPr>
            <p:ph type="body" sz="quarter" idx="10" hasCustomPrompt="1"/>
          </p:nvPr>
        </p:nvSpPr>
        <p:spPr>
          <a:xfrm>
            <a:off x="601663" y="1470025"/>
            <a:ext cx="10996612" cy="2408238"/>
          </a:xfrm>
          <a:prstGeom prst="rect">
            <a:avLst/>
          </a:prstGeom>
        </p:spPr>
        <p:txBody>
          <a:bodyPr/>
          <a:lstStyle>
            <a:lvl1pPr marL="0" indent="0">
              <a:lnSpc>
                <a:spcPct val="110000"/>
              </a:lnSpc>
              <a:spcBef>
                <a:spcPts val="2200"/>
              </a:spcBef>
              <a:buNone/>
              <a:defRPr sz="1400">
                <a:ln>
                  <a:noFill/>
                </a:ln>
                <a:solidFill>
                  <a:schemeClr val="bg1"/>
                </a:solidFill>
                <a:latin typeface="Ubuntu" panose="020B0504030602030204" pitchFamily="34" charset="0"/>
              </a:defRPr>
            </a:lvl1pPr>
          </a:lstStyle>
          <a:p>
            <a:pPr lvl="0"/>
            <a:r>
              <a:rPr lang="en-SG"/>
              <a:t>Content Lorem ipsum dolor sit amet, consectetur adipiscing elit. Donec ligula metus, dapibus quis placerat vel, bibendum eget justo. Ut gravida commodo neque, sit amet venenatis est tristique at. Ut vitae venenatis enim, sit amet dictum nunc. Etiam ac ornare diam. Donec facilisis lectus fringilla, congue erat ut, feugiat arcu. Vestibulum non magna in diam lobortis tincidunt. Cras vel cursus libero. Mauris sed convallis nisi. Aliquam eget justo quis lacus euismod pulvinar. </a:t>
            </a:r>
            <a:endParaRPr lang="en-US"/>
          </a:p>
        </p:txBody>
      </p:sp>
      <p:cxnSp>
        <p:nvCxnSpPr>
          <p:cNvPr id="11" name="Google Shape;65;p14">
            <a:extLst>
              <a:ext uri="{FF2B5EF4-FFF2-40B4-BE49-F238E27FC236}">
                <a16:creationId xmlns:a16="http://schemas.microsoft.com/office/drawing/2014/main" id="{0157DF83-8354-4244-8509-FACD614C733F}"/>
              </a:ext>
            </a:extLst>
          </p:cNvPr>
          <p:cNvCxnSpPr/>
          <p:nvPr userDrawn="1"/>
        </p:nvCxnSpPr>
        <p:spPr>
          <a:xfrm>
            <a:off x="298311" y="6407566"/>
            <a:ext cx="11595378" cy="0"/>
          </a:xfrm>
          <a:prstGeom prst="straightConnector1">
            <a:avLst/>
          </a:prstGeom>
          <a:noFill/>
          <a:ln w="9525" cap="flat" cmpd="sng">
            <a:solidFill>
              <a:schemeClr val="bg1"/>
            </a:solidFill>
            <a:prstDash val="solid"/>
            <a:round/>
            <a:headEnd type="none" w="med" len="med"/>
            <a:tailEnd type="none" w="med" len="med"/>
          </a:ln>
        </p:spPr>
      </p:cxnSp>
      <p:sp>
        <p:nvSpPr>
          <p:cNvPr id="12" name="TextBox 11">
            <a:extLst>
              <a:ext uri="{FF2B5EF4-FFF2-40B4-BE49-F238E27FC236}">
                <a16:creationId xmlns:a16="http://schemas.microsoft.com/office/drawing/2014/main" id="{BBC9DDF1-A3B8-D94C-9888-F13FE611938E}"/>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bg1"/>
                </a:solidFill>
                <a:latin typeface="Ubuntu" panose="020B0504030602030204" pitchFamily="34" charset="0"/>
              </a:rPr>
              <a:pPr algn="r"/>
              <a:t>‹#›</a:t>
            </a:fld>
            <a:endParaRPr lang="en-US" sz="600">
              <a:solidFill>
                <a:schemeClr val="bg1"/>
              </a:solidFill>
              <a:latin typeface="Ubuntu" panose="020B0504030602030204" pitchFamily="34" charset="0"/>
            </a:endParaRPr>
          </a:p>
        </p:txBody>
      </p:sp>
      <p:cxnSp>
        <p:nvCxnSpPr>
          <p:cNvPr id="14" name="Straight Connector 13">
            <a:extLst>
              <a:ext uri="{FF2B5EF4-FFF2-40B4-BE49-F238E27FC236}">
                <a16:creationId xmlns:a16="http://schemas.microsoft.com/office/drawing/2014/main" id="{7A57F77E-90DD-7244-A396-F02B11EFAA47}"/>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Google Shape;64;p14">
            <a:extLst>
              <a:ext uri="{FF2B5EF4-FFF2-40B4-BE49-F238E27FC236}">
                <a16:creationId xmlns:a16="http://schemas.microsoft.com/office/drawing/2014/main" id="{B5975F8B-35DA-1D40-A8CD-8FCD704A74A8}"/>
              </a:ext>
            </a:extLst>
          </p:cNvPr>
          <p:cNvSpPr txBox="1"/>
          <p:nvPr userDrawn="1"/>
        </p:nvSpPr>
        <p:spPr>
          <a:xfrm>
            <a:off x="1076459" y="6395991"/>
            <a:ext cx="8555217"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3" name="Graphic 4">
            <a:extLst>
              <a:ext uri="{FF2B5EF4-FFF2-40B4-BE49-F238E27FC236}">
                <a16:creationId xmlns:a16="http://schemas.microsoft.com/office/drawing/2014/main" id="{8FBE45C6-297A-4C4F-A7CC-94C46292EE48}"/>
              </a:ext>
            </a:extLst>
          </p:cNvPr>
          <p:cNvGrpSpPr/>
          <p:nvPr userDrawn="1"/>
        </p:nvGrpSpPr>
        <p:grpSpPr>
          <a:xfrm>
            <a:off x="270243" y="6517798"/>
            <a:ext cx="724037" cy="161562"/>
            <a:chOff x="2497995" y="2687207"/>
            <a:chExt cx="5762625" cy="1285875"/>
          </a:xfrm>
          <a:solidFill>
            <a:schemeClr val="bg1"/>
          </a:solidFill>
        </p:grpSpPr>
        <p:sp>
          <p:nvSpPr>
            <p:cNvPr id="15" name="Freeform: Shape 14">
              <a:extLst>
                <a:ext uri="{FF2B5EF4-FFF2-40B4-BE49-F238E27FC236}">
                  <a16:creationId xmlns:a16="http://schemas.microsoft.com/office/drawing/2014/main" id="{CB6ABDCD-263C-4949-B3FF-B2627D440248}"/>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6828EEC-7656-4EF2-A31D-412CD05675A8}"/>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BCA76616-23FF-4123-AD49-F6D903BB87F8}"/>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F82793D5-3395-419F-AD6F-E56DE56635B4}"/>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53B89C0D-A23B-49A0-9B3C-4493E6822AB3}"/>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83637179"/>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5_content_white_1col">
    <p:bg>
      <p:bgPr>
        <a:solidFill>
          <a:schemeClr val="accent1"/>
        </a:solidFill>
        <a:effectLst/>
      </p:bgPr>
    </p:bg>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B4193CD3-57CC-3646-ADC6-B94398AA05D5}"/>
              </a:ext>
            </a:extLst>
          </p:cNvPr>
          <p:cNvSpPr>
            <a:spLocks noGrp="1"/>
          </p:cNvSpPr>
          <p:nvPr>
            <p:ph type="title" hasCustomPrompt="1"/>
          </p:nvPr>
        </p:nvSpPr>
        <p:spPr>
          <a:xfrm>
            <a:off x="601883" y="365126"/>
            <a:ext cx="10995949" cy="803918"/>
          </a:xfrm>
          <a:prstGeom prst="rect">
            <a:avLst/>
          </a:prstGeom>
        </p:spPr>
        <p:txBody>
          <a:bodyPr/>
          <a:lstStyle>
            <a:lvl1pPr>
              <a:defRPr sz="2400" b="1">
                <a:solidFill>
                  <a:schemeClr val="bg1"/>
                </a:solidFill>
                <a:latin typeface="Ubuntu" panose="020B0504030602030204" pitchFamily="34" charset="0"/>
              </a:defRPr>
            </a:lvl1pPr>
          </a:lstStyle>
          <a:p>
            <a:r>
              <a:rPr lang="en-GB"/>
              <a:t>Slide title goes here lorem ipsum</a:t>
            </a:r>
            <a:br>
              <a:rPr lang="en-GB"/>
            </a:br>
            <a:r>
              <a:rPr lang="en-GB"/>
              <a:t>Slide title goes here lorem ipsum</a:t>
            </a:r>
            <a:endParaRPr lang="en-US"/>
          </a:p>
        </p:txBody>
      </p:sp>
      <p:sp>
        <p:nvSpPr>
          <p:cNvPr id="19" name="Text Placeholder 18">
            <a:extLst>
              <a:ext uri="{FF2B5EF4-FFF2-40B4-BE49-F238E27FC236}">
                <a16:creationId xmlns:a16="http://schemas.microsoft.com/office/drawing/2014/main" id="{9A49AA63-AC29-BD4E-BC06-561B10EFC788}"/>
              </a:ext>
            </a:extLst>
          </p:cNvPr>
          <p:cNvSpPr>
            <a:spLocks noGrp="1"/>
          </p:cNvSpPr>
          <p:nvPr>
            <p:ph type="body" sz="quarter" idx="10" hasCustomPrompt="1"/>
          </p:nvPr>
        </p:nvSpPr>
        <p:spPr>
          <a:xfrm>
            <a:off x="601663" y="1470024"/>
            <a:ext cx="5394023" cy="4636559"/>
          </a:xfrm>
          <a:prstGeom prst="rect">
            <a:avLst/>
          </a:prstGeom>
        </p:spPr>
        <p:txBody>
          <a:bodyPr/>
          <a:lstStyle>
            <a:lvl1pPr marL="0" indent="0">
              <a:lnSpc>
                <a:spcPct val="110000"/>
              </a:lnSpc>
              <a:spcBef>
                <a:spcPts val="2200"/>
              </a:spcBef>
              <a:buNone/>
              <a:defRPr sz="1400">
                <a:solidFill>
                  <a:schemeClr val="bg1"/>
                </a:solidFill>
                <a:latin typeface="Ubuntu" panose="020B0504030602030204" pitchFamily="34" charset="0"/>
              </a:defRPr>
            </a:lvl1pPr>
          </a:lstStyle>
          <a:p>
            <a:pPr lvl="0"/>
            <a:r>
              <a:rPr lang="en-SG"/>
              <a:t>Content Lorem ipsum dolor sit amet, consectetur adipiscing elit. Donec ligula metus, dapibus quis placerat vel, bibendum eget justo. Ut gravida commodo neque, sit amet venenatis est tristique at. Ut vitae venenatis enim, sit amet dictum nunc. Etiam ac ornare diam. </a:t>
            </a:r>
          </a:p>
          <a:p>
            <a:pPr lvl="0"/>
            <a:r>
              <a:rPr lang="en-SG"/>
              <a:t>Donec facilisis lectus fringilla, congue erat ut, feugiat arcu. Vestibulum non magna in diam lobortis tincidunt. Cras vel cursus libero. Mauris sed convallis nisi. Aliquam eget justo quis lacus euismod pulvinar. </a:t>
            </a:r>
            <a:endParaRPr lang="en-US"/>
          </a:p>
        </p:txBody>
      </p:sp>
      <p:sp>
        <p:nvSpPr>
          <p:cNvPr id="9" name="Text Placeholder 18">
            <a:extLst>
              <a:ext uri="{FF2B5EF4-FFF2-40B4-BE49-F238E27FC236}">
                <a16:creationId xmlns:a16="http://schemas.microsoft.com/office/drawing/2014/main" id="{89E17B67-827C-2440-845C-AB18B943F81B}"/>
              </a:ext>
            </a:extLst>
          </p:cNvPr>
          <p:cNvSpPr>
            <a:spLocks noGrp="1"/>
          </p:cNvSpPr>
          <p:nvPr>
            <p:ph type="body" sz="quarter" idx="11" hasCustomPrompt="1"/>
          </p:nvPr>
        </p:nvSpPr>
        <p:spPr>
          <a:xfrm>
            <a:off x="6226959" y="1470024"/>
            <a:ext cx="5394023" cy="4636559"/>
          </a:xfrm>
          <a:prstGeom prst="rect">
            <a:avLst/>
          </a:prstGeom>
        </p:spPr>
        <p:txBody>
          <a:bodyPr/>
          <a:lstStyle>
            <a:lvl1pPr marL="0" indent="0">
              <a:lnSpc>
                <a:spcPct val="110000"/>
              </a:lnSpc>
              <a:spcBef>
                <a:spcPts val="2200"/>
              </a:spcBef>
              <a:buNone/>
              <a:defRPr sz="1400">
                <a:solidFill>
                  <a:schemeClr val="bg1"/>
                </a:solidFill>
                <a:latin typeface="Ubuntu" panose="020B0504030602030204" pitchFamily="34" charset="0"/>
              </a:defRPr>
            </a:lvl1pPr>
          </a:lstStyle>
          <a:p>
            <a:pPr lvl="0"/>
            <a:r>
              <a:rPr lang="en-SG"/>
              <a:t>Content Lorem ipsum dolor sit amet, consectetur adipiscing elit. Donec ligula metus, dapibus quis placerat vel, bibendum eget justo. Ut gravida commodo neque, sit amet venenatis est tristique at. Ut vitae venenatis enim, sit amet dictum nunc. Etiam ac ornare diam. Donec facilisis lectus fringilla, congue erat ut, feugiat arcu. </a:t>
            </a:r>
          </a:p>
          <a:p>
            <a:pPr lvl="0"/>
            <a:r>
              <a:rPr lang="en-SG"/>
              <a:t>Vestibulum non magna in diam lobortis tincidunt. Cras vel cursus libero. Mauris sed convallis nisi. Aliquam eget justo quis lacus euismod pulvinar. </a:t>
            </a:r>
            <a:endParaRPr lang="en-US"/>
          </a:p>
        </p:txBody>
      </p:sp>
      <p:cxnSp>
        <p:nvCxnSpPr>
          <p:cNvPr id="12" name="Google Shape;65;p14">
            <a:extLst>
              <a:ext uri="{FF2B5EF4-FFF2-40B4-BE49-F238E27FC236}">
                <a16:creationId xmlns:a16="http://schemas.microsoft.com/office/drawing/2014/main" id="{8BAADCCA-6C2F-A341-9037-B9F4CB2EC762}"/>
              </a:ext>
            </a:extLst>
          </p:cNvPr>
          <p:cNvCxnSpPr/>
          <p:nvPr userDrawn="1"/>
        </p:nvCxnSpPr>
        <p:spPr>
          <a:xfrm>
            <a:off x="298311" y="6407566"/>
            <a:ext cx="11595378" cy="0"/>
          </a:xfrm>
          <a:prstGeom prst="straightConnector1">
            <a:avLst/>
          </a:prstGeom>
          <a:noFill/>
          <a:ln w="9525" cap="flat" cmpd="sng">
            <a:solidFill>
              <a:schemeClr val="bg1"/>
            </a:solidFill>
            <a:prstDash val="solid"/>
            <a:round/>
            <a:headEnd type="none" w="med" len="med"/>
            <a:tailEnd type="none" w="med" len="med"/>
          </a:ln>
        </p:spPr>
      </p:cxnSp>
      <p:sp>
        <p:nvSpPr>
          <p:cNvPr id="13" name="TextBox 12">
            <a:extLst>
              <a:ext uri="{FF2B5EF4-FFF2-40B4-BE49-F238E27FC236}">
                <a16:creationId xmlns:a16="http://schemas.microsoft.com/office/drawing/2014/main" id="{E8E2F222-BB16-8D4D-B7F5-0FAA151BBA5E}"/>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bg1"/>
                </a:solidFill>
                <a:latin typeface="Ubuntu" panose="020B0504030602030204" pitchFamily="34" charset="0"/>
              </a:rPr>
              <a:pPr algn="r"/>
              <a:t>‹#›</a:t>
            </a:fld>
            <a:endParaRPr lang="en-US" sz="600">
              <a:solidFill>
                <a:schemeClr val="bg1"/>
              </a:solidFill>
              <a:latin typeface="Ubuntu" panose="020B0504030602030204" pitchFamily="34" charset="0"/>
            </a:endParaRPr>
          </a:p>
        </p:txBody>
      </p:sp>
      <p:cxnSp>
        <p:nvCxnSpPr>
          <p:cNvPr id="15" name="Straight Connector 14">
            <a:extLst>
              <a:ext uri="{FF2B5EF4-FFF2-40B4-BE49-F238E27FC236}">
                <a16:creationId xmlns:a16="http://schemas.microsoft.com/office/drawing/2014/main" id="{A6DFFF59-F2C8-464E-BBF0-A1013BC67B13}"/>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Google Shape;64;p14">
            <a:extLst>
              <a:ext uri="{FF2B5EF4-FFF2-40B4-BE49-F238E27FC236}">
                <a16:creationId xmlns:a16="http://schemas.microsoft.com/office/drawing/2014/main" id="{8E2CCB43-C1BD-2B42-AC5E-A6CA6721A555}"/>
              </a:ext>
            </a:extLst>
          </p:cNvPr>
          <p:cNvSpPr txBox="1"/>
          <p:nvPr userDrawn="1"/>
        </p:nvSpPr>
        <p:spPr>
          <a:xfrm>
            <a:off x="1076459" y="6395991"/>
            <a:ext cx="8555217"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4" name="Graphic 4">
            <a:extLst>
              <a:ext uri="{FF2B5EF4-FFF2-40B4-BE49-F238E27FC236}">
                <a16:creationId xmlns:a16="http://schemas.microsoft.com/office/drawing/2014/main" id="{F23AF8E6-D610-4F9F-A590-29A3EFA43C45}"/>
              </a:ext>
            </a:extLst>
          </p:cNvPr>
          <p:cNvGrpSpPr/>
          <p:nvPr userDrawn="1"/>
        </p:nvGrpSpPr>
        <p:grpSpPr>
          <a:xfrm>
            <a:off x="270243" y="6517798"/>
            <a:ext cx="724037" cy="161562"/>
            <a:chOff x="2497995" y="2687207"/>
            <a:chExt cx="5762625" cy="1285875"/>
          </a:xfrm>
          <a:solidFill>
            <a:schemeClr val="bg1"/>
          </a:solidFill>
        </p:grpSpPr>
        <p:sp>
          <p:nvSpPr>
            <p:cNvPr id="16" name="Freeform: Shape 15">
              <a:extLst>
                <a:ext uri="{FF2B5EF4-FFF2-40B4-BE49-F238E27FC236}">
                  <a16:creationId xmlns:a16="http://schemas.microsoft.com/office/drawing/2014/main" id="{F12D5E7A-92D3-4D53-B8C3-21A36385B8B8}"/>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ACF49427-308E-4609-85BE-77864C8808C2}"/>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F63D058E-3959-4FF6-A09B-ED3DBF1DC8A5}"/>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79E3A2C3-E49E-45BB-AD39-669F4F868731}"/>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068BF172-BD92-42B8-B5F5-4BE4348A449B}"/>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056867878"/>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6_content_white_1col">
    <p:bg>
      <p:bgPr>
        <a:solidFill>
          <a:schemeClr val="accent1"/>
        </a:solidFill>
        <a:effectLst/>
      </p:bgPr>
    </p:bg>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B4193CD3-57CC-3646-ADC6-B94398AA05D5}"/>
              </a:ext>
            </a:extLst>
          </p:cNvPr>
          <p:cNvSpPr>
            <a:spLocks noGrp="1"/>
          </p:cNvSpPr>
          <p:nvPr>
            <p:ph type="title" hasCustomPrompt="1"/>
          </p:nvPr>
        </p:nvSpPr>
        <p:spPr>
          <a:xfrm>
            <a:off x="601884" y="1043793"/>
            <a:ext cx="4826644" cy="3790173"/>
          </a:xfrm>
          <a:prstGeom prst="rect">
            <a:avLst/>
          </a:prstGeom>
        </p:spPr>
        <p:txBody>
          <a:bodyPr/>
          <a:lstStyle>
            <a:lvl1pPr>
              <a:defRPr sz="4400" b="1">
                <a:solidFill>
                  <a:schemeClr val="accent2"/>
                </a:solidFill>
                <a:latin typeface="Ubuntu" panose="020B0504030602030204" pitchFamily="34" charset="0"/>
              </a:defRPr>
            </a:lvl1pPr>
          </a:lstStyle>
          <a:p>
            <a:r>
              <a:rPr lang="en-GB"/>
              <a:t>Slide title goes here lorem ipsum Slide title goes here lorem ipsum</a:t>
            </a:r>
            <a:endParaRPr lang="en-US"/>
          </a:p>
        </p:txBody>
      </p:sp>
      <p:sp>
        <p:nvSpPr>
          <p:cNvPr id="19" name="Text Placeholder 18">
            <a:extLst>
              <a:ext uri="{FF2B5EF4-FFF2-40B4-BE49-F238E27FC236}">
                <a16:creationId xmlns:a16="http://schemas.microsoft.com/office/drawing/2014/main" id="{9A49AA63-AC29-BD4E-BC06-561B10EFC788}"/>
              </a:ext>
            </a:extLst>
          </p:cNvPr>
          <p:cNvSpPr>
            <a:spLocks noGrp="1"/>
          </p:cNvSpPr>
          <p:nvPr>
            <p:ph type="body" sz="quarter" idx="10" hasCustomPrompt="1"/>
          </p:nvPr>
        </p:nvSpPr>
        <p:spPr>
          <a:xfrm>
            <a:off x="6215605" y="1043792"/>
            <a:ext cx="5382670" cy="4500477"/>
          </a:xfrm>
          <a:prstGeom prst="rect">
            <a:avLst/>
          </a:prstGeom>
        </p:spPr>
        <p:txBody>
          <a:bodyPr/>
          <a:lstStyle>
            <a:lvl1pPr marL="0" indent="0">
              <a:lnSpc>
                <a:spcPct val="110000"/>
              </a:lnSpc>
              <a:spcBef>
                <a:spcPts val="2200"/>
              </a:spcBef>
              <a:buNone/>
              <a:defRPr sz="1400">
                <a:solidFill>
                  <a:schemeClr val="bg1"/>
                </a:solidFill>
                <a:latin typeface="Ubuntu" panose="020B0504030602030204" pitchFamily="34" charset="0"/>
              </a:defRPr>
            </a:lvl1pPr>
          </a:lstStyle>
          <a:p>
            <a:pPr lvl="0"/>
            <a:r>
              <a:rPr lang="en-SG"/>
              <a:t>Content Lorem ipsum dolor sit amet, consectetur adipiscing elit. Donec ligula metus, dapibus quis placerat vel, bibendum eget justo. Ut gravida commodo neque, sit amet venenatis est tristique at. Ut vitae venenatis enim, sit amet dictum nunc. Etiam ac ornare diam. Donec facilisis lectus fringilla, congue erat ut, feugiat arcu. Vestibulum non magna in diam lobortis tincidunt. Cras vel cursus libero. Mauris sed convallis nisi. Aliquam eget justo quis lacus euismod pulvinar. </a:t>
            </a:r>
          </a:p>
          <a:p>
            <a:pPr lvl="0"/>
            <a:r>
              <a:rPr lang="en-SG" err="1"/>
              <a:t>Etiam sollicitudin dui ut elit lacinia, vitae aliquet nunc scelerisque. Duis ut sem bibendum, vehicula ligula non, varius eros. Duis tristique velit lectus, dapibus ullamcorper dui condimentum id. Duis felis odio, pulvinar in quam a, vehicula lobortis nulla. Fusce ut tincidunt arcu. Vivamus gravida ut enim et varius. Orci varius natoque penatibus et magnis dis parturient montes, nascetur ridiculus mus.</a:t>
            </a:r>
            <a:endParaRPr lang="en-US"/>
          </a:p>
        </p:txBody>
      </p:sp>
      <p:cxnSp>
        <p:nvCxnSpPr>
          <p:cNvPr id="11" name="Google Shape;65;p14">
            <a:extLst>
              <a:ext uri="{FF2B5EF4-FFF2-40B4-BE49-F238E27FC236}">
                <a16:creationId xmlns:a16="http://schemas.microsoft.com/office/drawing/2014/main" id="{6363D6F1-C343-8B46-B1C2-5CFAB7508338}"/>
              </a:ext>
            </a:extLst>
          </p:cNvPr>
          <p:cNvCxnSpPr/>
          <p:nvPr userDrawn="1"/>
        </p:nvCxnSpPr>
        <p:spPr>
          <a:xfrm>
            <a:off x="298311" y="6407566"/>
            <a:ext cx="11595378" cy="0"/>
          </a:xfrm>
          <a:prstGeom prst="straightConnector1">
            <a:avLst/>
          </a:prstGeom>
          <a:noFill/>
          <a:ln w="9525" cap="flat" cmpd="sng">
            <a:solidFill>
              <a:schemeClr val="bg1"/>
            </a:solidFill>
            <a:prstDash val="solid"/>
            <a:round/>
            <a:headEnd type="none" w="med" len="med"/>
            <a:tailEnd type="none" w="med" len="med"/>
          </a:ln>
        </p:spPr>
      </p:cxnSp>
      <p:sp>
        <p:nvSpPr>
          <p:cNvPr id="12" name="TextBox 11">
            <a:extLst>
              <a:ext uri="{FF2B5EF4-FFF2-40B4-BE49-F238E27FC236}">
                <a16:creationId xmlns:a16="http://schemas.microsoft.com/office/drawing/2014/main" id="{0750B8EF-804F-4E44-93DB-68D9364AA671}"/>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bg1"/>
                </a:solidFill>
                <a:latin typeface="Ubuntu" panose="020B0504030602030204" pitchFamily="34" charset="0"/>
              </a:rPr>
              <a:pPr algn="r"/>
              <a:t>‹#›</a:t>
            </a:fld>
            <a:endParaRPr lang="en-US" sz="600">
              <a:solidFill>
                <a:schemeClr val="bg1"/>
              </a:solidFill>
              <a:latin typeface="Ubuntu" panose="020B0504030602030204" pitchFamily="34" charset="0"/>
            </a:endParaRPr>
          </a:p>
        </p:txBody>
      </p:sp>
      <p:cxnSp>
        <p:nvCxnSpPr>
          <p:cNvPr id="14" name="Straight Connector 13">
            <a:extLst>
              <a:ext uri="{FF2B5EF4-FFF2-40B4-BE49-F238E27FC236}">
                <a16:creationId xmlns:a16="http://schemas.microsoft.com/office/drawing/2014/main" id="{D090540D-D709-8D4A-950F-AF865624943E}"/>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Google Shape;64;p14">
            <a:extLst>
              <a:ext uri="{FF2B5EF4-FFF2-40B4-BE49-F238E27FC236}">
                <a16:creationId xmlns:a16="http://schemas.microsoft.com/office/drawing/2014/main" id="{B7DF7FA0-EADA-7F4C-A367-7A75FACB1DC8}"/>
              </a:ext>
            </a:extLst>
          </p:cNvPr>
          <p:cNvSpPr txBox="1"/>
          <p:nvPr userDrawn="1"/>
        </p:nvSpPr>
        <p:spPr>
          <a:xfrm>
            <a:off x="1076459" y="6395991"/>
            <a:ext cx="8555217"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3" name="Graphic 4">
            <a:extLst>
              <a:ext uri="{FF2B5EF4-FFF2-40B4-BE49-F238E27FC236}">
                <a16:creationId xmlns:a16="http://schemas.microsoft.com/office/drawing/2014/main" id="{03FD7596-ABA5-4DD3-AE54-083177813D28}"/>
              </a:ext>
            </a:extLst>
          </p:cNvPr>
          <p:cNvGrpSpPr/>
          <p:nvPr userDrawn="1"/>
        </p:nvGrpSpPr>
        <p:grpSpPr>
          <a:xfrm>
            <a:off x="270243" y="6504919"/>
            <a:ext cx="724037" cy="161562"/>
            <a:chOff x="2497995" y="2687207"/>
            <a:chExt cx="5762625" cy="1285875"/>
          </a:xfrm>
          <a:solidFill>
            <a:schemeClr val="bg1"/>
          </a:solidFill>
        </p:grpSpPr>
        <p:sp>
          <p:nvSpPr>
            <p:cNvPr id="15" name="Freeform: Shape 14">
              <a:extLst>
                <a:ext uri="{FF2B5EF4-FFF2-40B4-BE49-F238E27FC236}">
                  <a16:creationId xmlns:a16="http://schemas.microsoft.com/office/drawing/2014/main" id="{C27B8EDA-2AAF-4199-99AF-7ECC8188A8E3}"/>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C03580BF-888D-499C-A59A-9AC2695D7C5C}"/>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6EA10CE5-2780-43A6-9AEA-1324E26041A3}"/>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2878C4F4-9D71-45D1-8538-E8B244851633}"/>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9564E182-1A1C-49EC-AF62-DF7BF6182A75}"/>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485678823"/>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content_white_4col">
    <p:bg>
      <p:bgPr>
        <a:solidFill>
          <a:schemeClr val="accent1"/>
        </a:solidFill>
        <a:effectLst/>
      </p:bgPr>
    </p:bg>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B4193CD3-57CC-3646-ADC6-B94398AA05D5}"/>
              </a:ext>
            </a:extLst>
          </p:cNvPr>
          <p:cNvSpPr>
            <a:spLocks noGrp="1"/>
          </p:cNvSpPr>
          <p:nvPr>
            <p:ph type="title" hasCustomPrompt="1"/>
          </p:nvPr>
        </p:nvSpPr>
        <p:spPr>
          <a:xfrm>
            <a:off x="601883" y="365126"/>
            <a:ext cx="10995949" cy="803918"/>
          </a:xfrm>
          <a:prstGeom prst="rect">
            <a:avLst/>
          </a:prstGeom>
        </p:spPr>
        <p:txBody>
          <a:bodyPr/>
          <a:lstStyle>
            <a:lvl1pPr>
              <a:defRPr sz="2400" b="1">
                <a:solidFill>
                  <a:schemeClr val="bg1"/>
                </a:solidFill>
                <a:latin typeface="Ubuntu" panose="020B0504030602030204" pitchFamily="34" charset="0"/>
              </a:defRPr>
            </a:lvl1pPr>
          </a:lstStyle>
          <a:p>
            <a:r>
              <a:rPr lang="en-GB"/>
              <a:t>Slide title goes here lorem ipsum</a:t>
            </a:r>
            <a:br>
              <a:rPr lang="en-GB"/>
            </a:br>
            <a:r>
              <a:rPr lang="en-GB"/>
              <a:t>Slide title goes here lorem ipsum</a:t>
            </a:r>
            <a:endParaRPr lang="en-US"/>
          </a:p>
        </p:txBody>
      </p:sp>
      <p:sp>
        <p:nvSpPr>
          <p:cNvPr id="19" name="Text Placeholder 18">
            <a:extLst>
              <a:ext uri="{FF2B5EF4-FFF2-40B4-BE49-F238E27FC236}">
                <a16:creationId xmlns:a16="http://schemas.microsoft.com/office/drawing/2014/main" id="{9A49AA63-AC29-BD4E-BC06-561B10EFC788}"/>
              </a:ext>
            </a:extLst>
          </p:cNvPr>
          <p:cNvSpPr>
            <a:spLocks noGrp="1"/>
          </p:cNvSpPr>
          <p:nvPr>
            <p:ph type="body" sz="quarter" idx="10" hasCustomPrompt="1"/>
          </p:nvPr>
        </p:nvSpPr>
        <p:spPr>
          <a:xfrm>
            <a:off x="601663" y="1995913"/>
            <a:ext cx="2565607" cy="4029617"/>
          </a:xfrm>
          <a:prstGeom prst="rect">
            <a:avLst/>
          </a:prstGeom>
        </p:spPr>
        <p:txBody>
          <a:bodyPr/>
          <a:lstStyle>
            <a:lvl1pPr marL="0" indent="0">
              <a:lnSpc>
                <a:spcPct val="110000"/>
              </a:lnSpc>
              <a:spcBef>
                <a:spcPts val="2200"/>
              </a:spcBef>
              <a:buNone/>
              <a:defRPr sz="1400">
                <a:solidFill>
                  <a:schemeClr val="bg1"/>
                </a:solidFill>
                <a:latin typeface="Ubuntu" panose="020B0504030602030204" pitchFamily="34" charset="0"/>
              </a:defRPr>
            </a:lvl1pPr>
          </a:lstStyle>
          <a:p>
            <a:pPr lvl="0"/>
            <a:r>
              <a:rPr lang="en-SG"/>
              <a:t>Content Lorem ipsum dolor sit amet, consectetur adipiscing elit. Donec ligula metus, dapibus quis placerat vel, bibendum eget justo. Ut gravida commodo neque, sit amet venenatis est tristique at. Ut vitae venenatis enim, sit amet dictum nunc. Etiam ac ornare diam. </a:t>
            </a:r>
            <a:endParaRPr lang="en-US"/>
          </a:p>
        </p:txBody>
      </p:sp>
      <p:sp>
        <p:nvSpPr>
          <p:cNvPr id="12" name="Text Placeholder 18">
            <a:extLst>
              <a:ext uri="{FF2B5EF4-FFF2-40B4-BE49-F238E27FC236}">
                <a16:creationId xmlns:a16="http://schemas.microsoft.com/office/drawing/2014/main" id="{53612460-C62C-9948-A42A-46D52DE19125}"/>
              </a:ext>
            </a:extLst>
          </p:cNvPr>
          <p:cNvSpPr>
            <a:spLocks noGrp="1"/>
          </p:cNvSpPr>
          <p:nvPr>
            <p:ph type="body" sz="quarter" idx="11" hasCustomPrompt="1"/>
          </p:nvPr>
        </p:nvSpPr>
        <p:spPr>
          <a:xfrm>
            <a:off x="3411124" y="1995914"/>
            <a:ext cx="2565607" cy="4029628"/>
          </a:xfrm>
          <a:prstGeom prst="rect">
            <a:avLst/>
          </a:prstGeom>
        </p:spPr>
        <p:txBody>
          <a:bodyPr/>
          <a:lstStyle>
            <a:lvl1pPr marL="0" indent="0">
              <a:lnSpc>
                <a:spcPct val="110000"/>
              </a:lnSpc>
              <a:spcBef>
                <a:spcPts val="2200"/>
              </a:spcBef>
              <a:buNone/>
              <a:defRPr sz="1400">
                <a:solidFill>
                  <a:schemeClr val="bg1"/>
                </a:solidFill>
                <a:latin typeface="Ubuntu" panose="020B0504030602030204" pitchFamily="34" charset="0"/>
              </a:defRPr>
            </a:lvl1pPr>
          </a:lstStyle>
          <a:p>
            <a:pPr lvl="0"/>
            <a:r>
              <a:rPr lang="en-SG"/>
              <a:t>Content Lorem ipsum dolor sit amet, consectetur adipiscing elit. Donec ligula metus, dapibus quis placerat vel, bibendum eget justo. Ut gravida commodo neque, sit amet venenatis est tristique at. Ut vitae venenatis enim, sit amet dictum nunc. Etiam ac ornare diam. </a:t>
            </a:r>
            <a:endParaRPr lang="en-US"/>
          </a:p>
        </p:txBody>
      </p:sp>
      <p:sp>
        <p:nvSpPr>
          <p:cNvPr id="13" name="Text Placeholder 18">
            <a:extLst>
              <a:ext uri="{FF2B5EF4-FFF2-40B4-BE49-F238E27FC236}">
                <a16:creationId xmlns:a16="http://schemas.microsoft.com/office/drawing/2014/main" id="{8749DF92-B411-394B-8C8C-CF611D9284BF}"/>
              </a:ext>
            </a:extLst>
          </p:cNvPr>
          <p:cNvSpPr>
            <a:spLocks noGrp="1"/>
          </p:cNvSpPr>
          <p:nvPr>
            <p:ph type="body" sz="quarter" idx="12" hasCustomPrompt="1"/>
          </p:nvPr>
        </p:nvSpPr>
        <p:spPr>
          <a:xfrm>
            <a:off x="6207333" y="1995914"/>
            <a:ext cx="2565607" cy="4029628"/>
          </a:xfrm>
          <a:prstGeom prst="rect">
            <a:avLst/>
          </a:prstGeom>
        </p:spPr>
        <p:txBody>
          <a:bodyPr/>
          <a:lstStyle>
            <a:lvl1pPr marL="0" indent="0">
              <a:lnSpc>
                <a:spcPct val="110000"/>
              </a:lnSpc>
              <a:spcBef>
                <a:spcPts val="2200"/>
              </a:spcBef>
              <a:buNone/>
              <a:defRPr sz="1400">
                <a:solidFill>
                  <a:schemeClr val="bg1"/>
                </a:solidFill>
                <a:latin typeface="Ubuntu" panose="020B0504030602030204" pitchFamily="34" charset="0"/>
              </a:defRPr>
            </a:lvl1pPr>
          </a:lstStyle>
          <a:p>
            <a:pPr lvl="0"/>
            <a:r>
              <a:rPr lang="en-SG"/>
              <a:t>Content Lorem ipsum dolor sit amet, consectetur adipiscing elit. Donec ligula metus, dapibus quis placerat vel, bibendum eget justo. Ut gravida commodo neque, sit amet venenatis est tristique at. Ut vitae venenatis enim, sit amet dictum nunc. Etiam ac ornare diam. </a:t>
            </a:r>
            <a:endParaRPr lang="en-US"/>
          </a:p>
        </p:txBody>
      </p:sp>
      <p:sp>
        <p:nvSpPr>
          <p:cNvPr id="14" name="Text Placeholder 18">
            <a:extLst>
              <a:ext uri="{FF2B5EF4-FFF2-40B4-BE49-F238E27FC236}">
                <a16:creationId xmlns:a16="http://schemas.microsoft.com/office/drawing/2014/main" id="{2F703496-04EA-E944-BC3B-F31EA1EC1F61}"/>
              </a:ext>
            </a:extLst>
          </p:cNvPr>
          <p:cNvSpPr>
            <a:spLocks noGrp="1"/>
          </p:cNvSpPr>
          <p:nvPr>
            <p:ph type="body" sz="quarter" idx="13" hasCustomPrompt="1"/>
          </p:nvPr>
        </p:nvSpPr>
        <p:spPr>
          <a:xfrm>
            <a:off x="9030047" y="1995914"/>
            <a:ext cx="2565607" cy="4029628"/>
          </a:xfrm>
          <a:prstGeom prst="rect">
            <a:avLst/>
          </a:prstGeom>
        </p:spPr>
        <p:txBody>
          <a:bodyPr/>
          <a:lstStyle>
            <a:lvl1pPr marL="0" indent="0">
              <a:lnSpc>
                <a:spcPct val="110000"/>
              </a:lnSpc>
              <a:spcBef>
                <a:spcPts val="2200"/>
              </a:spcBef>
              <a:buNone/>
              <a:defRPr sz="1400">
                <a:solidFill>
                  <a:schemeClr val="bg1"/>
                </a:solidFill>
                <a:latin typeface="Ubuntu" panose="020B0504030602030204" pitchFamily="34" charset="0"/>
              </a:defRPr>
            </a:lvl1pPr>
          </a:lstStyle>
          <a:p>
            <a:pPr lvl="0"/>
            <a:r>
              <a:rPr lang="en-SG"/>
              <a:t>Content Lorem ipsum dolor sit amet, consectetur adipiscing elit. Donec ligula metus, dapibus quis placerat vel, bibendum eget justo. Ut gravida commodo neque, sit amet venenatis est tristique at. Ut vitae venenatis enim, sit amet dictum nunc. Etiam ac ornare diam. </a:t>
            </a:r>
            <a:endParaRPr lang="en-US"/>
          </a:p>
        </p:txBody>
      </p:sp>
      <p:cxnSp>
        <p:nvCxnSpPr>
          <p:cNvPr id="21" name="Google Shape;65;p14">
            <a:extLst>
              <a:ext uri="{FF2B5EF4-FFF2-40B4-BE49-F238E27FC236}">
                <a16:creationId xmlns:a16="http://schemas.microsoft.com/office/drawing/2014/main" id="{3762B7AF-C38E-4148-B827-2518A2154F39}"/>
              </a:ext>
            </a:extLst>
          </p:cNvPr>
          <p:cNvCxnSpPr/>
          <p:nvPr userDrawn="1"/>
        </p:nvCxnSpPr>
        <p:spPr>
          <a:xfrm>
            <a:off x="298311" y="6407566"/>
            <a:ext cx="11595378" cy="0"/>
          </a:xfrm>
          <a:prstGeom prst="straightConnector1">
            <a:avLst/>
          </a:prstGeom>
          <a:noFill/>
          <a:ln w="9525" cap="flat" cmpd="sng">
            <a:solidFill>
              <a:schemeClr val="bg1"/>
            </a:solidFill>
            <a:prstDash val="solid"/>
            <a:round/>
            <a:headEnd type="none" w="med" len="med"/>
            <a:tailEnd type="none" w="med" len="med"/>
          </a:ln>
        </p:spPr>
      </p:cxnSp>
      <p:sp>
        <p:nvSpPr>
          <p:cNvPr id="23" name="TextBox 22">
            <a:extLst>
              <a:ext uri="{FF2B5EF4-FFF2-40B4-BE49-F238E27FC236}">
                <a16:creationId xmlns:a16="http://schemas.microsoft.com/office/drawing/2014/main" id="{3F42CD3F-620A-B241-B6E4-02A549F5D47A}"/>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bg1"/>
                </a:solidFill>
                <a:latin typeface="Ubuntu" panose="020B0504030602030204" pitchFamily="34" charset="0"/>
              </a:rPr>
              <a:pPr algn="r"/>
              <a:t>‹#›</a:t>
            </a:fld>
            <a:endParaRPr lang="en-US" sz="600">
              <a:solidFill>
                <a:schemeClr val="bg1"/>
              </a:solidFill>
              <a:latin typeface="Ubuntu" panose="020B0504030602030204" pitchFamily="34" charset="0"/>
            </a:endParaRPr>
          </a:p>
        </p:txBody>
      </p:sp>
      <p:cxnSp>
        <p:nvCxnSpPr>
          <p:cNvPr id="26" name="Straight Connector 25">
            <a:extLst>
              <a:ext uri="{FF2B5EF4-FFF2-40B4-BE49-F238E27FC236}">
                <a16:creationId xmlns:a16="http://schemas.microsoft.com/office/drawing/2014/main" id="{0668405C-07F7-2045-86D5-CC221752DDB4}"/>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Google Shape;64;p14">
            <a:extLst>
              <a:ext uri="{FF2B5EF4-FFF2-40B4-BE49-F238E27FC236}">
                <a16:creationId xmlns:a16="http://schemas.microsoft.com/office/drawing/2014/main" id="{181F7300-A56D-FD4F-A36A-73479E41EE38}"/>
              </a:ext>
            </a:extLst>
          </p:cNvPr>
          <p:cNvSpPr txBox="1"/>
          <p:nvPr userDrawn="1"/>
        </p:nvSpPr>
        <p:spPr>
          <a:xfrm>
            <a:off x="1076459" y="6395991"/>
            <a:ext cx="8555217"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8" name="Graphic 4">
            <a:extLst>
              <a:ext uri="{FF2B5EF4-FFF2-40B4-BE49-F238E27FC236}">
                <a16:creationId xmlns:a16="http://schemas.microsoft.com/office/drawing/2014/main" id="{D038DE06-0A52-4C29-B9EE-CB34E8B22059}"/>
              </a:ext>
            </a:extLst>
          </p:cNvPr>
          <p:cNvGrpSpPr/>
          <p:nvPr userDrawn="1"/>
        </p:nvGrpSpPr>
        <p:grpSpPr>
          <a:xfrm>
            <a:off x="270243" y="6517798"/>
            <a:ext cx="724037" cy="161562"/>
            <a:chOff x="2497995" y="2687207"/>
            <a:chExt cx="5762625" cy="1285875"/>
          </a:xfrm>
          <a:solidFill>
            <a:schemeClr val="bg1"/>
          </a:solidFill>
        </p:grpSpPr>
        <p:sp>
          <p:nvSpPr>
            <p:cNvPr id="20" name="Freeform: Shape 19">
              <a:extLst>
                <a:ext uri="{FF2B5EF4-FFF2-40B4-BE49-F238E27FC236}">
                  <a16:creationId xmlns:a16="http://schemas.microsoft.com/office/drawing/2014/main" id="{A590D3B8-8E45-4CCA-B253-01E4150E3E9A}"/>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E1B88449-B902-42EF-9200-9397AB1776D6}"/>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1BE84BD8-3FC5-4C62-B31B-71A17415417C}"/>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40B80018-043A-46D4-96E7-BCDD809501E8}"/>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CF4CE829-6834-4F6B-B720-5128FCDAA1CF}"/>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723278561"/>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_content_white_2col_picture">
    <p:bg>
      <p:bgPr>
        <a:solidFill>
          <a:schemeClr val="accent1"/>
        </a:solidFill>
        <a:effectLst/>
      </p:bgPr>
    </p:bg>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B4193CD3-57CC-3646-ADC6-B94398AA05D5}"/>
              </a:ext>
            </a:extLst>
          </p:cNvPr>
          <p:cNvSpPr>
            <a:spLocks noGrp="1"/>
          </p:cNvSpPr>
          <p:nvPr>
            <p:ph type="title" hasCustomPrompt="1"/>
          </p:nvPr>
        </p:nvSpPr>
        <p:spPr>
          <a:xfrm>
            <a:off x="601884" y="365126"/>
            <a:ext cx="5401246" cy="1146097"/>
          </a:xfrm>
          <a:prstGeom prst="rect">
            <a:avLst/>
          </a:prstGeom>
        </p:spPr>
        <p:txBody>
          <a:bodyPr/>
          <a:lstStyle>
            <a:lvl1pPr>
              <a:defRPr sz="2400" b="1">
                <a:solidFill>
                  <a:schemeClr val="bg1"/>
                </a:solidFill>
                <a:latin typeface="Ubuntu" panose="020B0504030602030204" pitchFamily="34" charset="0"/>
              </a:defRPr>
            </a:lvl1pPr>
          </a:lstStyle>
          <a:p>
            <a:r>
              <a:rPr lang="en-GB"/>
              <a:t>Slide title goes here lorem ipsum</a:t>
            </a:r>
            <a:br>
              <a:rPr lang="en-GB"/>
            </a:br>
            <a:r>
              <a:rPr lang="en-GB"/>
              <a:t>Slide title goes here lorem ipsum</a:t>
            </a:r>
            <a:endParaRPr lang="en-US"/>
          </a:p>
        </p:txBody>
      </p:sp>
      <p:sp>
        <p:nvSpPr>
          <p:cNvPr id="19" name="Text Placeholder 18">
            <a:extLst>
              <a:ext uri="{FF2B5EF4-FFF2-40B4-BE49-F238E27FC236}">
                <a16:creationId xmlns:a16="http://schemas.microsoft.com/office/drawing/2014/main" id="{9A49AA63-AC29-BD4E-BC06-561B10EFC788}"/>
              </a:ext>
            </a:extLst>
          </p:cNvPr>
          <p:cNvSpPr>
            <a:spLocks noGrp="1"/>
          </p:cNvSpPr>
          <p:nvPr>
            <p:ph type="body" sz="quarter" idx="10" hasCustomPrompt="1"/>
          </p:nvPr>
        </p:nvSpPr>
        <p:spPr>
          <a:xfrm>
            <a:off x="601663" y="1470025"/>
            <a:ext cx="5401572" cy="3433279"/>
          </a:xfrm>
          <a:prstGeom prst="rect">
            <a:avLst/>
          </a:prstGeom>
        </p:spPr>
        <p:txBody>
          <a:bodyPr/>
          <a:lstStyle>
            <a:lvl1pPr marL="0" indent="0">
              <a:lnSpc>
                <a:spcPct val="110000"/>
              </a:lnSpc>
              <a:spcBef>
                <a:spcPts val="2200"/>
              </a:spcBef>
              <a:buNone/>
              <a:defRPr sz="1400">
                <a:solidFill>
                  <a:schemeClr val="bg1"/>
                </a:solidFill>
                <a:latin typeface="Ubuntu" panose="020B0504030602030204" pitchFamily="34" charset="0"/>
              </a:defRPr>
            </a:lvl1pPr>
          </a:lstStyle>
          <a:p>
            <a:pPr lvl="0"/>
            <a:r>
              <a:rPr lang="en-SG"/>
              <a:t>Content Lorem ipsum dolor sit amet, consectetur adipiscing elit. Donec ligula metus, dapibus quis placerat vel, bibendum eget justo. Ut gravida commodo neque, sit amet venenatis est tristique at. Ut vitae venenatis enim, sit amet dictum nunc. Etiam ac ornare diam. Donec facilisis lectus fringilla, congue erat ut, feugiat arcu. Vestibulum non magna in diam lobortis tincidunt. Cras vel cursus libero. Mauris sed convallis nisi. Aliquam eget justo quis lacus euismod pulvinar. </a:t>
            </a:r>
            <a:endParaRPr lang="en-US"/>
          </a:p>
        </p:txBody>
      </p:sp>
      <p:sp>
        <p:nvSpPr>
          <p:cNvPr id="10" name="Picture Placeholder 9">
            <a:extLst>
              <a:ext uri="{FF2B5EF4-FFF2-40B4-BE49-F238E27FC236}">
                <a16:creationId xmlns:a16="http://schemas.microsoft.com/office/drawing/2014/main" id="{71814347-F8A9-204F-AB52-30E747CBBBC5}"/>
              </a:ext>
            </a:extLst>
          </p:cNvPr>
          <p:cNvSpPr>
            <a:spLocks noGrp="1"/>
          </p:cNvSpPr>
          <p:nvPr>
            <p:ph type="pic" sz="quarter" idx="11"/>
          </p:nvPr>
        </p:nvSpPr>
        <p:spPr>
          <a:xfrm>
            <a:off x="6188767" y="-1"/>
            <a:ext cx="6003233" cy="6858001"/>
          </a:xfrm>
          <a:prstGeom prst="rect">
            <a:avLst/>
          </a:prstGeom>
          <a:solidFill>
            <a:schemeClr val="bg2">
              <a:lumMod val="90000"/>
            </a:schemeClr>
          </a:solidFill>
        </p:spPr>
        <p:txBody>
          <a:bodyPr/>
          <a:lstStyle/>
          <a:p>
            <a:endParaRPr lang="en-US"/>
          </a:p>
        </p:txBody>
      </p:sp>
      <p:cxnSp>
        <p:nvCxnSpPr>
          <p:cNvPr id="14" name="Google Shape;65;p14">
            <a:extLst>
              <a:ext uri="{FF2B5EF4-FFF2-40B4-BE49-F238E27FC236}">
                <a16:creationId xmlns:a16="http://schemas.microsoft.com/office/drawing/2014/main" id="{D09E51BF-723F-FA4E-8800-37E5A9D7912A}"/>
              </a:ext>
            </a:extLst>
          </p:cNvPr>
          <p:cNvCxnSpPr/>
          <p:nvPr userDrawn="1"/>
        </p:nvCxnSpPr>
        <p:spPr>
          <a:xfrm>
            <a:off x="298311" y="6407566"/>
            <a:ext cx="5685800" cy="0"/>
          </a:xfrm>
          <a:prstGeom prst="straightConnector1">
            <a:avLst/>
          </a:prstGeom>
          <a:noFill/>
          <a:ln w="9525" cap="flat" cmpd="sng">
            <a:solidFill>
              <a:schemeClr val="bg1"/>
            </a:solidFill>
            <a:prstDash val="solid"/>
            <a:round/>
            <a:headEnd type="none" w="med" len="med"/>
            <a:tailEnd type="none" w="med" len="med"/>
          </a:ln>
        </p:spPr>
      </p:cxnSp>
      <p:cxnSp>
        <p:nvCxnSpPr>
          <p:cNvPr id="16" name="Straight Connector 15">
            <a:extLst>
              <a:ext uri="{FF2B5EF4-FFF2-40B4-BE49-F238E27FC236}">
                <a16:creationId xmlns:a16="http://schemas.microsoft.com/office/drawing/2014/main" id="{A630479D-8B78-9A4E-87C1-9ABCC272525A}"/>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Google Shape;64;p14">
            <a:extLst>
              <a:ext uri="{FF2B5EF4-FFF2-40B4-BE49-F238E27FC236}">
                <a16:creationId xmlns:a16="http://schemas.microsoft.com/office/drawing/2014/main" id="{C27C6EFF-792E-094B-B4B2-9240F319E9E8}"/>
              </a:ext>
            </a:extLst>
          </p:cNvPr>
          <p:cNvSpPr txBox="1"/>
          <p:nvPr userDrawn="1"/>
        </p:nvSpPr>
        <p:spPr>
          <a:xfrm>
            <a:off x="1076460" y="6395991"/>
            <a:ext cx="4491220"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2" name="Graphic 4">
            <a:extLst>
              <a:ext uri="{FF2B5EF4-FFF2-40B4-BE49-F238E27FC236}">
                <a16:creationId xmlns:a16="http://schemas.microsoft.com/office/drawing/2014/main" id="{A88E8B69-29B9-40B1-8B67-6C213BB7A289}"/>
              </a:ext>
            </a:extLst>
          </p:cNvPr>
          <p:cNvGrpSpPr/>
          <p:nvPr userDrawn="1"/>
        </p:nvGrpSpPr>
        <p:grpSpPr>
          <a:xfrm>
            <a:off x="270243" y="6517798"/>
            <a:ext cx="724037" cy="161562"/>
            <a:chOff x="2497995" y="2687207"/>
            <a:chExt cx="5762625" cy="1285875"/>
          </a:xfrm>
          <a:solidFill>
            <a:schemeClr val="bg1"/>
          </a:solidFill>
        </p:grpSpPr>
        <p:sp>
          <p:nvSpPr>
            <p:cNvPr id="13" name="Freeform: Shape 12">
              <a:extLst>
                <a:ext uri="{FF2B5EF4-FFF2-40B4-BE49-F238E27FC236}">
                  <a16:creationId xmlns:a16="http://schemas.microsoft.com/office/drawing/2014/main" id="{29FB5596-C7E1-48C7-ACFD-69AF3AB71C05}"/>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6B20A447-4F65-4089-8A4D-853E690FC7B7}"/>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0F62AADC-BAAA-4BE7-9377-7ECEE2004938}"/>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FE6B7C2F-A22C-4DB1-9263-8755BEC404A8}"/>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59D9A34A-E5CB-49CC-85A9-15E85B8F98F6}"/>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933545430"/>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_content_white_2col_picture">
    <p:bg>
      <p:bgPr>
        <a:solidFill>
          <a:schemeClr val="accent1"/>
        </a:solidFill>
        <a:effectLst/>
      </p:bgPr>
    </p:bg>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B4193CD3-57CC-3646-ADC6-B94398AA05D5}"/>
              </a:ext>
            </a:extLst>
          </p:cNvPr>
          <p:cNvSpPr>
            <a:spLocks noGrp="1"/>
          </p:cNvSpPr>
          <p:nvPr>
            <p:ph type="title" hasCustomPrompt="1"/>
          </p:nvPr>
        </p:nvSpPr>
        <p:spPr>
          <a:xfrm>
            <a:off x="601884" y="365127"/>
            <a:ext cx="5401246" cy="857618"/>
          </a:xfrm>
          <a:prstGeom prst="rect">
            <a:avLst/>
          </a:prstGeom>
        </p:spPr>
        <p:txBody>
          <a:bodyPr/>
          <a:lstStyle>
            <a:lvl1pPr>
              <a:defRPr sz="2400" b="1">
                <a:solidFill>
                  <a:schemeClr val="bg1"/>
                </a:solidFill>
                <a:latin typeface="Ubuntu" panose="020B0504030602030204" pitchFamily="34" charset="0"/>
              </a:defRPr>
            </a:lvl1pPr>
          </a:lstStyle>
          <a:p>
            <a:r>
              <a:rPr lang="en-GB"/>
              <a:t>Slide title goes here lorem ipsum</a:t>
            </a:r>
            <a:br>
              <a:rPr lang="en-GB"/>
            </a:br>
            <a:r>
              <a:rPr lang="en-GB"/>
              <a:t>Slide title goes here lorem ipsum</a:t>
            </a:r>
            <a:endParaRPr lang="en-US"/>
          </a:p>
        </p:txBody>
      </p:sp>
      <p:sp>
        <p:nvSpPr>
          <p:cNvPr id="19" name="Text Placeholder 18">
            <a:extLst>
              <a:ext uri="{FF2B5EF4-FFF2-40B4-BE49-F238E27FC236}">
                <a16:creationId xmlns:a16="http://schemas.microsoft.com/office/drawing/2014/main" id="{9A49AA63-AC29-BD4E-BC06-561B10EFC788}"/>
              </a:ext>
            </a:extLst>
          </p:cNvPr>
          <p:cNvSpPr>
            <a:spLocks noGrp="1"/>
          </p:cNvSpPr>
          <p:nvPr>
            <p:ph type="body" sz="quarter" idx="10" hasCustomPrompt="1"/>
          </p:nvPr>
        </p:nvSpPr>
        <p:spPr>
          <a:xfrm>
            <a:off x="601663" y="1470026"/>
            <a:ext cx="3520226" cy="4775742"/>
          </a:xfrm>
          <a:prstGeom prst="rect">
            <a:avLst/>
          </a:prstGeom>
        </p:spPr>
        <p:txBody>
          <a:bodyPr/>
          <a:lstStyle>
            <a:lvl1pPr marL="0" indent="0">
              <a:lnSpc>
                <a:spcPct val="110000"/>
              </a:lnSpc>
              <a:spcBef>
                <a:spcPts val="2200"/>
              </a:spcBef>
              <a:buNone/>
              <a:defRPr sz="1400">
                <a:solidFill>
                  <a:schemeClr val="bg1"/>
                </a:solidFill>
                <a:latin typeface="Ubuntu" panose="020B0504030602030204" pitchFamily="34" charset="0"/>
              </a:defRPr>
            </a:lvl1pPr>
          </a:lstStyle>
          <a:p>
            <a:pPr lvl="0"/>
            <a:r>
              <a:rPr lang="en-SG"/>
              <a:t>Content Lorem ipsum dolor sit amet, consectetur adipiscing elit. Donec ligula metus, dapibus quis placerat vel, bibendum eget justo. Ut gravida commodo neque, sit amet venenatis est tristique at. Ut vitae venenatis enim, sit amet dictum nunc. Etiam ac ornare diam. Donec facilisis lectus fringilla, congue erat ut, feugiat arcu. Vestibulum non magna in diam lobortis tincidunt. Cras vel cursus libero. Mauris sed convallis nisi. Aliquam eget justo quis lacus euismod pulvinar. </a:t>
            </a:r>
            <a:endParaRPr lang="en-US"/>
          </a:p>
        </p:txBody>
      </p:sp>
      <p:sp>
        <p:nvSpPr>
          <p:cNvPr id="10" name="Picture Placeholder 9">
            <a:extLst>
              <a:ext uri="{FF2B5EF4-FFF2-40B4-BE49-F238E27FC236}">
                <a16:creationId xmlns:a16="http://schemas.microsoft.com/office/drawing/2014/main" id="{71814347-F8A9-204F-AB52-30E747CBBBC5}"/>
              </a:ext>
            </a:extLst>
          </p:cNvPr>
          <p:cNvSpPr>
            <a:spLocks noGrp="1"/>
          </p:cNvSpPr>
          <p:nvPr>
            <p:ph type="pic" sz="quarter" idx="11"/>
          </p:nvPr>
        </p:nvSpPr>
        <p:spPr>
          <a:xfrm>
            <a:off x="8070112" y="-1"/>
            <a:ext cx="4121888" cy="6858001"/>
          </a:xfrm>
          <a:prstGeom prst="rect">
            <a:avLst/>
          </a:prstGeom>
          <a:solidFill>
            <a:schemeClr val="bg2">
              <a:lumMod val="90000"/>
            </a:schemeClr>
          </a:solidFill>
        </p:spPr>
        <p:txBody>
          <a:bodyPr/>
          <a:lstStyle/>
          <a:p>
            <a:endParaRPr lang="en-US"/>
          </a:p>
        </p:txBody>
      </p:sp>
      <p:sp>
        <p:nvSpPr>
          <p:cNvPr id="14" name="Text Placeholder 18">
            <a:extLst>
              <a:ext uri="{FF2B5EF4-FFF2-40B4-BE49-F238E27FC236}">
                <a16:creationId xmlns:a16="http://schemas.microsoft.com/office/drawing/2014/main" id="{806B764E-EDFD-804F-81F4-D1E8C388A42F}"/>
              </a:ext>
            </a:extLst>
          </p:cNvPr>
          <p:cNvSpPr>
            <a:spLocks noGrp="1"/>
          </p:cNvSpPr>
          <p:nvPr>
            <p:ph type="body" sz="quarter" idx="12" hasCustomPrompt="1"/>
          </p:nvPr>
        </p:nvSpPr>
        <p:spPr>
          <a:xfrm>
            <a:off x="4333690" y="1470026"/>
            <a:ext cx="3520226" cy="4775742"/>
          </a:xfrm>
          <a:prstGeom prst="rect">
            <a:avLst/>
          </a:prstGeom>
        </p:spPr>
        <p:txBody>
          <a:bodyPr/>
          <a:lstStyle>
            <a:lvl1pPr marL="0" indent="0">
              <a:lnSpc>
                <a:spcPct val="110000"/>
              </a:lnSpc>
              <a:spcBef>
                <a:spcPts val="2200"/>
              </a:spcBef>
              <a:buNone/>
              <a:defRPr sz="1400">
                <a:solidFill>
                  <a:schemeClr val="bg1"/>
                </a:solidFill>
                <a:latin typeface="Ubuntu" panose="020B0504030602030204" pitchFamily="34" charset="0"/>
              </a:defRPr>
            </a:lvl1pPr>
          </a:lstStyle>
          <a:p>
            <a:pPr lvl="0"/>
            <a:r>
              <a:rPr lang="en-SG"/>
              <a:t>Content Lorem ipsum dolor sit amet, consectetur adipiscing elit. Donec ligula metus, dapibus quis placerat vel, bibendum eget justo. Ut gravida commodo neque, sit amet venenatis est tristique at. Ut vitae venenatis enim, sit amet dictum nunc. Etiam ac ornare diam. Donec facilisis lectus fringilla, congue erat ut, feugiat arcu. Vestibulum non magna in diam lobortis tincidunt. Cras vel cursus libero. Mauris sed convallis nisi. Aliquam eget justo quis lacus euismod pulvinar. </a:t>
            </a:r>
            <a:endParaRPr lang="en-US"/>
          </a:p>
        </p:txBody>
      </p:sp>
      <p:cxnSp>
        <p:nvCxnSpPr>
          <p:cNvPr id="15" name="Google Shape;65;p14">
            <a:extLst>
              <a:ext uri="{FF2B5EF4-FFF2-40B4-BE49-F238E27FC236}">
                <a16:creationId xmlns:a16="http://schemas.microsoft.com/office/drawing/2014/main" id="{42F48292-40D8-FF42-906A-1FE62276F46F}"/>
              </a:ext>
            </a:extLst>
          </p:cNvPr>
          <p:cNvCxnSpPr/>
          <p:nvPr userDrawn="1"/>
        </p:nvCxnSpPr>
        <p:spPr>
          <a:xfrm>
            <a:off x="298311" y="6407566"/>
            <a:ext cx="7555605" cy="0"/>
          </a:xfrm>
          <a:prstGeom prst="straightConnector1">
            <a:avLst/>
          </a:prstGeom>
          <a:noFill/>
          <a:ln w="9525" cap="flat" cmpd="sng">
            <a:solidFill>
              <a:schemeClr val="bg1"/>
            </a:solidFill>
            <a:prstDash val="solid"/>
            <a:round/>
            <a:headEnd type="none" w="med" len="med"/>
            <a:tailEnd type="none" w="med" len="med"/>
          </a:ln>
        </p:spPr>
      </p:cxnSp>
      <p:cxnSp>
        <p:nvCxnSpPr>
          <p:cNvPr id="18" name="Straight Connector 17">
            <a:extLst>
              <a:ext uri="{FF2B5EF4-FFF2-40B4-BE49-F238E27FC236}">
                <a16:creationId xmlns:a16="http://schemas.microsoft.com/office/drawing/2014/main" id="{EE7FD399-DAA0-0C4D-B047-288612F9C0DC}"/>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Google Shape;64;p14">
            <a:extLst>
              <a:ext uri="{FF2B5EF4-FFF2-40B4-BE49-F238E27FC236}">
                <a16:creationId xmlns:a16="http://schemas.microsoft.com/office/drawing/2014/main" id="{5680EE9D-E1D7-5645-B319-6C506BB4A582}"/>
              </a:ext>
            </a:extLst>
          </p:cNvPr>
          <p:cNvSpPr txBox="1"/>
          <p:nvPr userDrawn="1"/>
        </p:nvSpPr>
        <p:spPr>
          <a:xfrm>
            <a:off x="1076460" y="6395991"/>
            <a:ext cx="7915140"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3" name="Graphic 4">
            <a:extLst>
              <a:ext uri="{FF2B5EF4-FFF2-40B4-BE49-F238E27FC236}">
                <a16:creationId xmlns:a16="http://schemas.microsoft.com/office/drawing/2014/main" id="{17EE12F0-88EB-4312-9673-73E3EA9143C4}"/>
              </a:ext>
            </a:extLst>
          </p:cNvPr>
          <p:cNvGrpSpPr/>
          <p:nvPr userDrawn="1"/>
        </p:nvGrpSpPr>
        <p:grpSpPr>
          <a:xfrm>
            <a:off x="270243" y="6517798"/>
            <a:ext cx="724037" cy="161562"/>
            <a:chOff x="2497995" y="2687207"/>
            <a:chExt cx="5762625" cy="1285875"/>
          </a:xfrm>
          <a:solidFill>
            <a:schemeClr val="bg1"/>
          </a:solidFill>
        </p:grpSpPr>
        <p:sp>
          <p:nvSpPr>
            <p:cNvPr id="16" name="Freeform: Shape 15">
              <a:extLst>
                <a:ext uri="{FF2B5EF4-FFF2-40B4-BE49-F238E27FC236}">
                  <a16:creationId xmlns:a16="http://schemas.microsoft.com/office/drawing/2014/main" id="{E84F1694-EEBD-462A-B599-0BD11603C56F}"/>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A7AF4003-9AFB-4105-8E6A-ADF98D707D70}"/>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552A1B48-1B59-431C-B215-16224926B199}"/>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7D5540D3-AFB4-407D-96D2-88C36C53B531}"/>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CD2615C4-41E4-4AE4-B1C2-ADB2951CBD2D}"/>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757375845"/>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8_content_white_1col">
    <p:bg>
      <p:bgPr>
        <a:solidFill>
          <a:schemeClr val="accent1"/>
        </a:solidFill>
        <a:effectLst/>
      </p:bgPr>
    </p:bg>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B4193CD3-57CC-3646-ADC6-B94398AA05D5}"/>
              </a:ext>
            </a:extLst>
          </p:cNvPr>
          <p:cNvSpPr>
            <a:spLocks noGrp="1"/>
          </p:cNvSpPr>
          <p:nvPr>
            <p:ph type="title" hasCustomPrompt="1"/>
          </p:nvPr>
        </p:nvSpPr>
        <p:spPr>
          <a:xfrm>
            <a:off x="601883" y="365126"/>
            <a:ext cx="10995949" cy="803918"/>
          </a:xfrm>
          <a:prstGeom prst="rect">
            <a:avLst/>
          </a:prstGeom>
          <a:ln>
            <a:noFill/>
          </a:ln>
        </p:spPr>
        <p:txBody>
          <a:bodyPr/>
          <a:lstStyle>
            <a:lvl1pPr>
              <a:defRPr sz="2400" b="1">
                <a:solidFill>
                  <a:schemeClr val="bg1"/>
                </a:solidFill>
                <a:latin typeface="Ubuntu" panose="020B0504030602030204" pitchFamily="34" charset="0"/>
              </a:defRPr>
            </a:lvl1pPr>
          </a:lstStyle>
          <a:p>
            <a:r>
              <a:rPr lang="en-GB"/>
              <a:t>Slide title goes here lorem ipsum</a:t>
            </a:r>
            <a:br>
              <a:rPr lang="en-GB"/>
            </a:br>
            <a:r>
              <a:rPr lang="en-GB"/>
              <a:t>Slide title goes here lorem ipsum</a:t>
            </a:r>
            <a:endParaRPr lang="en-US"/>
          </a:p>
        </p:txBody>
      </p:sp>
      <p:cxnSp>
        <p:nvCxnSpPr>
          <p:cNvPr id="11" name="Google Shape;65;p14">
            <a:extLst>
              <a:ext uri="{FF2B5EF4-FFF2-40B4-BE49-F238E27FC236}">
                <a16:creationId xmlns:a16="http://schemas.microsoft.com/office/drawing/2014/main" id="{0157DF83-8354-4244-8509-FACD614C733F}"/>
              </a:ext>
            </a:extLst>
          </p:cNvPr>
          <p:cNvCxnSpPr/>
          <p:nvPr userDrawn="1"/>
        </p:nvCxnSpPr>
        <p:spPr>
          <a:xfrm>
            <a:off x="298311" y="6407566"/>
            <a:ext cx="11595378" cy="0"/>
          </a:xfrm>
          <a:prstGeom prst="straightConnector1">
            <a:avLst/>
          </a:prstGeom>
          <a:noFill/>
          <a:ln w="9525" cap="flat" cmpd="sng">
            <a:solidFill>
              <a:schemeClr val="bg1"/>
            </a:solidFill>
            <a:prstDash val="solid"/>
            <a:round/>
            <a:headEnd type="none" w="med" len="med"/>
            <a:tailEnd type="none" w="med" len="med"/>
          </a:ln>
        </p:spPr>
      </p:cxnSp>
      <p:sp>
        <p:nvSpPr>
          <p:cNvPr id="12" name="TextBox 11">
            <a:extLst>
              <a:ext uri="{FF2B5EF4-FFF2-40B4-BE49-F238E27FC236}">
                <a16:creationId xmlns:a16="http://schemas.microsoft.com/office/drawing/2014/main" id="{BBC9DDF1-A3B8-D94C-9888-F13FE611938E}"/>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bg1"/>
                </a:solidFill>
                <a:latin typeface="Ubuntu" panose="020B0504030602030204" pitchFamily="34" charset="0"/>
              </a:rPr>
              <a:pPr algn="r"/>
              <a:t>‹#›</a:t>
            </a:fld>
            <a:endParaRPr lang="en-US" sz="600">
              <a:solidFill>
                <a:schemeClr val="bg1"/>
              </a:solidFill>
              <a:latin typeface="Ubuntu" panose="020B0504030602030204" pitchFamily="34" charset="0"/>
            </a:endParaRPr>
          </a:p>
        </p:txBody>
      </p:sp>
      <p:cxnSp>
        <p:nvCxnSpPr>
          <p:cNvPr id="14" name="Straight Connector 13">
            <a:extLst>
              <a:ext uri="{FF2B5EF4-FFF2-40B4-BE49-F238E27FC236}">
                <a16:creationId xmlns:a16="http://schemas.microsoft.com/office/drawing/2014/main" id="{7A57F77E-90DD-7244-A396-F02B11EFAA47}"/>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8" name="Google Shape;64;p14">
            <a:extLst>
              <a:ext uri="{FF2B5EF4-FFF2-40B4-BE49-F238E27FC236}">
                <a16:creationId xmlns:a16="http://schemas.microsoft.com/office/drawing/2014/main" id="{3A242881-5F52-F74C-861F-E5D485EF72F1}"/>
              </a:ext>
            </a:extLst>
          </p:cNvPr>
          <p:cNvSpPr txBox="1"/>
          <p:nvPr userDrawn="1"/>
        </p:nvSpPr>
        <p:spPr>
          <a:xfrm>
            <a:off x="1076460" y="6395991"/>
            <a:ext cx="4491220"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0" name="Graphic 4">
            <a:extLst>
              <a:ext uri="{FF2B5EF4-FFF2-40B4-BE49-F238E27FC236}">
                <a16:creationId xmlns:a16="http://schemas.microsoft.com/office/drawing/2014/main" id="{A247E254-F184-4DBA-89F6-BF3F96A073FC}"/>
              </a:ext>
            </a:extLst>
          </p:cNvPr>
          <p:cNvGrpSpPr/>
          <p:nvPr userDrawn="1"/>
        </p:nvGrpSpPr>
        <p:grpSpPr>
          <a:xfrm>
            <a:off x="270243" y="6517798"/>
            <a:ext cx="724037" cy="161562"/>
            <a:chOff x="2497995" y="2687207"/>
            <a:chExt cx="5762625" cy="1285875"/>
          </a:xfrm>
        </p:grpSpPr>
        <p:sp>
          <p:nvSpPr>
            <p:cNvPr id="13" name="Freeform: Shape 12">
              <a:extLst>
                <a:ext uri="{FF2B5EF4-FFF2-40B4-BE49-F238E27FC236}">
                  <a16:creationId xmlns:a16="http://schemas.microsoft.com/office/drawing/2014/main" id="{780E53FB-83D9-4A35-9FD0-FD3F565C1B30}"/>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B940B724-A27C-4A06-B04E-C12CD5830AFF}"/>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4A65FC25-C722-4FF9-9F00-6841CA6EE0F8}"/>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D5DD224E-23B6-47C9-884F-933C7C4F51C0}"/>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1FC47E75-9830-4288-B0FF-5A3F11030B09}"/>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826742518"/>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divider_1">
    <p:bg>
      <p:bgPr>
        <a:solidFill>
          <a:schemeClr val="tx2"/>
        </a:solidFill>
        <a:effectLst/>
      </p:bgPr>
    </p:bg>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837B22E5-0D68-AB40-B67E-16BEB115D26F}"/>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510870F3-46F3-4F4B-A006-F8B98B537AE8}"/>
              </a:ext>
            </a:extLst>
          </p:cNvPr>
          <p:cNvSpPr txBox="1"/>
          <p:nvPr userDrawn="1"/>
        </p:nvSpPr>
        <p:spPr>
          <a:xfrm>
            <a:off x="6053480" y="3167390"/>
            <a:ext cx="4918334" cy="523220"/>
          </a:xfrm>
          <a:prstGeom prst="rect">
            <a:avLst/>
          </a:prstGeom>
          <a:noFill/>
        </p:spPr>
        <p:txBody>
          <a:bodyPr wrap="none" rtlCol="0" anchor="ctr">
            <a:spAutoFit/>
          </a:bodyPr>
          <a:lstStyle/>
          <a:p>
            <a:pPr algn="ctr"/>
            <a:r>
              <a:rPr lang="en-US" sz="2800" b="1" i="0">
                <a:solidFill>
                  <a:schemeClr val="bg1"/>
                </a:solidFill>
                <a:latin typeface="Ubuntu" panose="020B0504030602030204" pitchFamily="34" charset="0"/>
              </a:rPr>
              <a:t>make extraordinary happen</a:t>
            </a:r>
          </a:p>
        </p:txBody>
      </p:sp>
      <p:sp>
        <p:nvSpPr>
          <p:cNvPr id="6" name="Google Shape;64;p14">
            <a:extLst>
              <a:ext uri="{FF2B5EF4-FFF2-40B4-BE49-F238E27FC236}">
                <a16:creationId xmlns:a16="http://schemas.microsoft.com/office/drawing/2014/main" id="{DC92DFAF-D07B-1F42-A3C6-AB8FE06A85A8}"/>
              </a:ext>
            </a:extLst>
          </p:cNvPr>
          <p:cNvSpPr txBox="1"/>
          <p:nvPr userDrawn="1"/>
        </p:nvSpPr>
        <p:spPr>
          <a:xfrm>
            <a:off x="949710" y="6395991"/>
            <a:ext cx="10292580" cy="393600"/>
          </a:xfrm>
          <a:prstGeom prst="rect">
            <a:avLst/>
          </a:prstGeom>
          <a:noFill/>
          <a:ln>
            <a:noFill/>
          </a:ln>
        </p:spPr>
        <p:txBody>
          <a:bodyPr spcFirstLastPara="1" wrap="square" lIns="91425" tIns="91425" rIns="91425" bIns="91425" anchor="ctr" anchorCtr="0">
            <a:noAutofit/>
          </a:bodyPr>
          <a:lstStyle/>
          <a:p>
            <a:pPr algn="ctr"/>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3" name="Graphic 4">
            <a:extLst>
              <a:ext uri="{FF2B5EF4-FFF2-40B4-BE49-F238E27FC236}">
                <a16:creationId xmlns:a16="http://schemas.microsoft.com/office/drawing/2014/main" id="{AD0E1690-05A4-46CB-B650-7C2B6F164ABA}"/>
              </a:ext>
            </a:extLst>
          </p:cNvPr>
          <p:cNvGrpSpPr/>
          <p:nvPr userDrawn="1"/>
        </p:nvGrpSpPr>
        <p:grpSpPr>
          <a:xfrm>
            <a:off x="1989438" y="3196513"/>
            <a:ext cx="2159387" cy="481847"/>
            <a:chOff x="2497995" y="2687207"/>
            <a:chExt cx="5762625" cy="1285875"/>
          </a:xfrm>
        </p:grpSpPr>
        <p:sp>
          <p:nvSpPr>
            <p:cNvPr id="14" name="Freeform: Shape 13">
              <a:extLst>
                <a:ext uri="{FF2B5EF4-FFF2-40B4-BE49-F238E27FC236}">
                  <a16:creationId xmlns:a16="http://schemas.microsoft.com/office/drawing/2014/main" id="{3D313E15-7621-4E27-BBEA-86F4636DC780}"/>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B621446A-9105-4482-BDA2-51301DFDB8E2}"/>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7C840CF4-3BE7-47FF-BBC6-2D4CF97E3257}"/>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bg1"/>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A381973A-3535-4DD7-826C-31EA1CCBD2E3}"/>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bg1"/>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A6CB66E5-BCBC-4234-BF8B-081592231E49}"/>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bg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970533486"/>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nimated">
    <p:bg>
      <p:bgPr>
        <a:solidFill>
          <a:schemeClr val="tx2"/>
        </a:solidFill>
        <a:effectLst/>
      </p:bgPr>
    </p:bg>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387750A1-E8E1-1D41-ACF2-9B359F4A25B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3" name="Google Shape;64;p14">
            <a:extLst>
              <a:ext uri="{FF2B5EF4-FFF2-40B4-BE49-F238E27FC236}">
                <a16:creationId xmlns:a16="http://schemas.microsoft.com/office/drawing/2014/main" id="{4210C7F0-90E8-3143-B46A-5A9715BAFEDE}"/>
              </a:ext>
            </a:extLst>
          </p:cNvPr>
          <p:cNvSpPr txBox="1"/>
          <p:nvPr userDrawn="1"/>
        </p:nvSpPr>
        <p:spPr>
          <a:xfrm>
            <a:off x="949710" y="6395991"/>
            <a:ext cx="10292580" cy="393600"/>
          </a:xfrm>
          <a:prstGeom prst="rect">
            <a:avLst/>
          </a:prstGeom>
          <a:noFill/>
          <a:ln>
            <a:noFill/>
          </a:ln>
        </p:spPr>
        <p:txBody>
          <a:bodyPr spcFirstLastPara="1" wrap="square" lIns="91425" tIns="91425" rIns="91425" bIns="91425" anchor="ctr" anchorCtr="0">
            <a:noAutofit/>
          </a:bodyPr>
          <a:lstStyle/>
          <a:p>
            <a:pPr algn="ctr"/>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spTree>
    <p:extLst>
      <p:ext uri="{BB962C8B-B14F-4D97-AF65-F5344CB8AC3E}">
        <p14:creationId xmlns:p14="http://schemas.microsoft.com/office/powerpoint/2010/main" val="1450002083"/>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ivider_1">
    <p:bg>
      <p:bgPr>
        <a:solidFill>
          <a:schemeClr val="tx2"/>
        </a:solidFill>
        <a:effectLst/>
      </p:bgPr>
    </p:bg>
    <p:spTree>
      <p:nvGrpSpPr>
        <p:cNvPr id="1" name=""/>
        <p:cNvGrpSpPr/>
        <p:nvPr/>
      </p:nvGrpSpPr>
      <p:grpSpPr>
        <a:xfrm>
          <a:off x="0" y="0"/>
          <a:ext cx="0" cy="0"/>
          <a:chOff x="0" y="0"/>
          <a:chExt cx="0" cy="0"/>
        </a:xfrm>
      </p:grpSpPr>
      <p:sp>
        <p:nvSpPr>
          <p:cNvPr id="4" name="Google Shape;64;p14">
            <a:extLst>
              <a:ext uri="{FF2B5EF4-FFF2-40B4-BE49-F238E27FC236}">
                <a16:creationId xmlns:a16="http://schemas.microsoft.com/office/drawing/2014/main" id="{F7AEBA34-CB66-F347-A197-808C0226589C}"/>
              </a:ext>
            </a:extLst>
          </p:cNvPr>
          <p:cNvSpPr txBox="1"/>
          <p:nvPr userDrawn="1"/>
        </p:nvSpPr>
        <p:spPr>
          <a:xfrm>
            <a:off x="949710" y="6395991"/>
            <a:ext cx="10292580" cy="393600"/>
          </a:xfrm>
          <a:prstGeom prst="rect">
            <a:avLst/>
          </a:prstGeom>
          <a:noFill/>
          <a:ln>
            <a:noFill/>
          </a:ln>
        </p:spPr>
        <p:txBody>
          <a:bodyPr spcFirstLastPara="1" wrap="square" lIns="91425" tIns="91425" rIns="91425" bIns="91425" anchor="ctr" anchorCtr="0">
            <a:noAutofit/>
          </a:bodyPr>
          <a:lstStyle/>
          <a:p>
            <a:pPr algn="ctr"/>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5" name="Group 14">
            <a:extLst>
              <a:ext uri="{FF2B5EF4-FFF2-40B4-BE49-F238E27FC236}">
                <a16:creationId xmlns:a16="http://schemas.microsoft.com/office/drawing/2014/main" id="{E340942D-CC4B-46CA-AFA6-E4BDA1A3474E}"/>
              </a:ext>
            </a:extLst>
          </p:cNvPr>
          <p:cNvGrpSpPr/>
          <p:nvPr userDrawn="1"/>
        </p:nvGrpSpPr>
        <p:grpSpPr>
          <a:xfrm>
            <a:off x="4209020" y="2340918"/>
            <a:ext cx="3883428" cy="2134887"/>
            <a:chOff x="4578413" y="2894128"/>
            <a:chExt cx="2144477" cy="1266886"/>
          </a:xfrm>
          <a:solidFill>
            <a:schemeClr val="tx1"/>
          </a:solidFill>
        </p:grpSpPr>
        <p:sp>
          <p:nvSpPr>
            <p:cNvPr id="16" name="Freeform: Shape 15">
              <a:extLst>
                <a:ext uri="{FF2B5EF4-FFF2-40B4-BE49-F238E27FC236}">
                  <a16:creationId xmlns:a16="http://schemas.microsoft.com/office/drawing/2014/main" id="{602FFBDB-02EA-4211-9787-AA1E6A4062B8}"/>
                </a:ext>
              </a:extLst>
            </p:cNvPr>
            <p:cNvSpPr/>
            <p:nvPr userDrawn="1"/>
          </p:nvSpPr>
          <p:spPr>
            <a:xfrm>
              <a:off x="4578413" y="2894189"/>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C5F9EF53-6CE3-4334-81D3-3EF28B84F543}"/>
                </a:ext>
              </a:extLst>
            </p:cNvPr>
            <p:cNvSpPr/>
            <p:nvPr userDrawn="1"/>
          </p:nvSpPr>
          <p:spPr>
            <a:xfrm>
              <a:off x="5694190" y="2894128"/>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274400315"/>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9" Type="http://schemas.openxmlformats.org/officeDocument/2006/relationships/image" Target="../media/image7.jpeg"/></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32.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0928241"/>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670" r:id="rId3"/>
    <p:sldLayoutId id="2147483669" r:id="rId4"/>
    <p:sldLayoutId id="2147483671" r:id="rId5"/>
    <p:sldLayoutId id="2147483727" r:id="rId6"/>
    <p:sldLayoutId id="2147483691" r:id="rId7"/>
    <p:sldLayoutId id="2147483692" r:id="rId8"/>
    <p:sldLayoutId id="2147483693" r:id="rId9"/>
  </p:sldLayoutIdLst>
  <p:transition/>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70" userDrawn="1">
          <p15:clr>
            <a:srgbClr val="F26B43"/>
          </p15:clr>
        </p15:guide>
        <p15:guide id="3" pos="7310" userDrawn="1">
          <p15:clr>
            <a:srgbClr val="F26B43"/>
          </p15:clr>
        </p15:guide>
        <p15:guide id="4" pos="1422" userDrawn="1">
          <p15:clr>
            <a:srgbClr val="F26B43"/>
          </p15:clr>
        </p15:guide>
        <p15:guide id="5" pos="1549" userDrawn="1">
          <p15:clr>
            <a:srgbClr val="F26B43"/>
          </p15:clr>
        </p15:guide>
        <p15:guide id="6" pos="2605" userDrawn="1">
          <p15:clr>
            <a:srgbClr val="F26B43"/>
          </p15:clr>
        </p15:guide>
        <p15:guide id="7" pos="2720" userDrawn="1">
          <p15:clr>
            <a:srgbClr val="F26B43"/>
          </p15:clr>
        </p15:guide>
        <p15:guide id="8" pos="3772" userDrawn="1">
          <p15:clr>
            <a:srgbClr val="F26B43"/>
          </p15:clr>
        </p15:guide>
        <p15:guide id="9" pos="3897" userDrawn="1">
          <p15:clr>
            <a:srgbClr val="F26B43"/>
          </p15:clr>
        </p15:guide>
        <p15:guide id="10" pos="4951" userDrawn="1">
          <p15:clr>
            <a:srgbClr val="F26B43"/>
          </p15:clr>
        </p15:guide>
        <p15:guide id="11" pos="5074" userDrawn="1">
          <p15:clr>
            <a:srgbClr val="F26B43"/>
          </p15:clr>
        </p15:guide>
        <p15:guide id="12" pos="6131" userDrawn="1">
          <p15:clr>
            <a:srgbClr val="F26B43"/>
          </p15:clr>
        </p15:guide>
        <p15:guide id="13" pos="6244" userDrawn="1">
          <p15:clr>
            <a:srgbClr val="F26B43"/>
          </p15:clr>
        </p15:guide>
        <p15:guide id="14" pos="1980" userDrawn="1">
          <p15:clr>
            <a:srgbClr val="F26B43"/>
          </p15:clr>
        </p15:guide>
        <p15:guide id="15" pos="2139" userDrawn="1">
          <p15:clr>
            <a:srgbClr val="F26B43"/>
          </p15:clr>
        </p15:guide>
        <p15:guide id="16" pos="5541" userDrawn="1">
          <p15:clr>
            <a:srgbClr val="F26B43"/>
          </p15:clr>
        </p15:guide>
        <p15:guide id="17" pos="5677" userDrawn="1">
          <p15:clr>
            <a:srgbClr val="F26B43"/>
          </p15:clr>
        </p15:guide>
        <p15:guide id="18" orient="horz" pos="35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6048565"/>
      </p:ext>
    </p:extLst>
  </p:cSld>
  <p:clrMap bg1="lt1" tx1="dk1" bg2="lt2" tx2="dk2" accent1="accent1" accent2="accent2" accent3="accent3" accent4="accent4" accent5="accent5" accent6="accent6" hlink="hlink" folHlink="folHlink"/>
  <p:sldLayoutIdLst>
    <p:sldLayoutId id="2147483663" r:id="rId1"/>
    <p:sldLayoutId id="2147483651" r:id="rId2"/>
    <p:sldLayoutId id="2147483689" r:id="rId3"/>
    <p:sldLayoutId id="2147483652" r:id="rId4"/>
    <p:sldLayoutId id="2147483653" r:id="rId5"/>
    <p:sldLayoutId id="2147483688" r:id="rId6"/>
    <p:sldLayoutId id="2147483765" r:id="rId7"/>
    <p:sldLayoutId id="2147483767" r:id="rId8"/>
    <p:sldLayoutId id="2147483690" r:id="rId9"/>
    <p:sldLayoutId id="2147483700" r:id="rId10"/>
    <p:sldLayoutId id="2147483701" r:id="rId11"/>
    <p:sldLayoutId id="2147483702" r:id="rId12"/>
    <p:sldLayoutId id="2147483766" r:id="rId13"/>
  </p:sldLayoutIdLst>
  <p:transition/>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772" userDrawn="1">
          <p15:clr>
            <a:srgbClr val="F26B43"/>
          </p15:clr>
        </p15:guide>
        <p15:guide id="2" pos="3897" userDrawn="1">
          <p15:clr>
            <a:srgbClr val="F26B43"/>
          </p15:clr>
        </p15:guide>
        <p15:guide id="3" pos="370" userDrawn="1">
          <p15:clr>
            <a:srgbClr val="F26B43"/>
          </p15:clr>
        </p15:guide>
        <p15:guide id="4" pos="1422" userDrawn="1">
          <p15:clr>
            <a:srgbClr val="F26B43"/>
          </p15:clr>
        </p15:guide>
        <p15:guide id="5" pos="1549" userDrawn="1">
          <p15:clr>
            <a:srgbClr val="F26B43"/>
          </p15:clr>
        </p15:guide>
        <p15:guide id="6" pos="2605" userDrawn="1">
          <p15:clr>
            <a:srgbClr val="F26B43"/>
          </p15:clr>
        </p15:guide>
        <p15:guide id="7" pos="2725" userDrawn="1">
          <p15:clr>
            <a:srgbClr val="F26B43"/>
          </p15:clr>
        </p15:guide>
        <p15:guide id="8" pos="4951" userDrawn="1">
          <p15:clr>
            <a:srgbClr val="F26B43"/>
          </p15:clr>
        </p15:guide>
        <p15:guide id="9" pos="5079" userDrawn="1">
          <p15:clr>
            <a:srgbClr val="F26B43"/>
          </p15:clr>
        </p15:guide>
        <p15:guide id="10" pos="6131" userDrawn="1">
          <p15:clr>
            <a:srgbClr val="F26B43"/>
          </p15:clr>
        </p15:guide>
        <p15:guide id="11" pos="6256" userDrawn="1">
          <p15:clr>
            <a:srgbClr val="F26B43"/>
          </p15:clr>
        </p15:guide>
        <p15:guide id="12" pos="5535" userDrawn="1">
          <p15:clr>
            <a:srgbClr val="F26B43"/>
          </p15:clr>
        </p15:guide>
        <p15:guide id="13" pos="5690" userDrawn="1">
          <p15:clr>
            <a:srgbClr val="F26B43"/>
          </p15:clr>
        </p15:guide>
        <p15:guide id="14" pos="1983" userDrawn="1">
          <p15:clr>
            <a:srgbClr val="F26B43"/>
          </p15:clr>
        </p15:guide>
        <p15:guide id="15" pos="2144" userDrawn="1">
          <p15:clr>
            <a:srgbClr val="F26B43"/>
          </p15:clr>
        </p15:guide>
        <p15:guide id="16" orient="horz" pos="350" userDrawn="1">
          <p15:clr>
            <a:srgbClr val="F26B43"/>
          </p15:clr>
        </p15:guide>
        <p15:guide id="17" pos="7298"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1" descr="Shape&#10;&#10;Description automatically generated">
            <a:extLst>
              <a:ext uri="{FF2B5EF4-FFF2-40B4-BE49-F238E27FC236}">
                <a16:creationId xmlns:a16="http://schemas.microsoft.com/office/drawing/2014/main" id="{A343E2A0-B14C-4B41-8660-A49E8749E8EB}"/>
              </a:ext>
            </a:extLst>
          </p:cNvPr>
          <p:cNvPicPr>
            <a:picLocks noChangeAspect="1"/>
          </p:cNvPicPr>
          <p:nvPr userDrawn="1"/>
        </p:nvPicPr>
        <p:blipFill>
          <a:blip r:embed="rId9">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851607574"/>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7" r:id="rId4"/>
    <p:sldLayoutId id="2147483759" r:id="rId5"/>
    <p:sldLayoutId id="2147483760" r:id="rId6"/>
    <p:sldLayoutId id="2147483761" r:id="rId7"/>
  </p:sldLayoutIdLst>
  <p:transition/>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70" userDrawn="1">
          <p15:clr>
            <a:srgbClr val="F26B43"/>
          </p15:clr>
        </p15:guide>
        <p15:guide id="2" orient="horz" pos="223" userDrawn="1">
          <p15:clr>
            <a:srgbClr val="F26B43"/>
          </p15:clr>
        </p15:guide>
        <p15:guide id="3" pos="1418" userDrawn="1">
          <p15:clr>
            <a:srgbClr val="F26B43"/>
          </p15:clr>
        </p15:guide>
        <p15:guide id="4" pos="1548" userDrawn="1">
          <p15:clr>
            <a:srgbClr val="F26B43"/>
          </p15:clr>
        </p15:guide>
        <p15:guide id="5" pos="2601" userDrawn="1">
          <p15:clr>
            <a:srgbClr val="F26B43"/>
          </p15:clr>
        </p15:guide>
        <p15:guide id="6" pos="2725" userDrawn="1">
          <p15:clr>
            <a:srgbClr val="F26B43"/>
          </p15:clr>
        </p15:guide>
        <p15:guide id="7" pos="3784" userDrawn="1">
          <p15:clr>
            <a:srgbClr val="F26B43"/>
          </p15:clr>
        </p15:guide>
        <p15:guide id="8" pos="3902" userDrawn="1">
          <p15:clr>
            <a:srgbClr val="F26B43"/>
          </p15:clr>
        </p15:guide>
        <p15:guide id="9" pos="5079" userDrawn="1">
          <p15:clr>
            <a:srgbClr val="F26B43"/>
          </p15:clr>
        </p15:guide>
        <p15:guide id="10" pos="6255" userDrawn="1">
          <p15:clr>
            <a:srgbClr val="F26B43"/>
          </p15:clr>
        </p15:guide>
        <p15:guide id="11" pos="4951" userDrawn="1">
          <p15:clr>
            <a:srgbClr val="F26B43"/>
          </p15:clr>
        </p15:guide>
        <p15:guide id="12" pos="6132" userDrawn="1">
          <p15:clr>
            <a:srgbClr val="F26B43"/>
          </p15:clr>
        </p15:guide>
        <p15:guide id="13" pos="7308" userDrawn="1">
          <p15:clr>
            <a:srgbClr val="F26B43"/>
          </p15:clr>
        </p15:guide>
        <p15:guide id="14" pos="5692" userDrawn="1">
          <p15:clr>
            <a:srgbClr val="F26B43"/>
          </p15:clr>
        </p15:guide>
        <p15:guide id="15" pos="5537" userDrawn="1">
          <p15:clr>
            <a:srgbClr val="F26B43"/>
          </p15:clr>
        </p15:guide>
        <p15:guide id="16" pos="1988" userDrawn="1">
          <p15:clr>
            <a:srgbClr val="F26B43"/>
          </p15:clr>
        </p15:guide>
        <p15:guide id="17" pos="2149"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112AC8A-8C5F-2143-BA14-F44BEC19E827}"/>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flipV="1">
            <a:off x="591399" y="7131088"/>
            <a:ext cx="11009202" cy="100535"/>
          </a:xfrm>
          <a:prstGeom prst="rect">
            <a:avLst/>
          </a:prstGeom>
        </p:spPr>
      </p:pic>
      <p:pic>
        <p:nvPicPr>
          <p:cNvPr id="5" name="Picture 4">
            <a:extLst>
              <a:ext uri="{FF2B5EF4-FFF2-40B4-BE49-F238E27FC236}">
                <a16:creationId xmlns:a16="http://schemas.microsoft.com/office/drawing/2014/main" id="{8DB5E4D5-1564-024E-8A7D-806AAB30F8DA}"/>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596900" y="7481127"/>
            <a:ext cx="10998200" cy="99116"/>
          </a:xfrm>
          <a:prstGeom prst="rect">
            <a:avLst/>
          </a:prstGeom>
        </p:spPr>
      </p:pic>
    </p:spTree>
    <p:extLst>
      <p:ext uri="{BB962C8B-B14F-4D97-AF65-F5344CB8AC3E}">
        <p14:creationId xmlns:p14="http://schemas.microsoft.com/office/powerpoint/2010/main" val="3485197141"/>
      </p:ext>
    </p:extLst>
  </p:cSld>
  <p:clrMap bg1="lt1" tx1="dk1" bg2="lt2" tx2="dk2" accent1="accent1" accent2="accent2" accent3="accent3" accent4="accent4" accent5="accent5" accent6="accent6" hlink="hlink" folHlink="folHlink"/>
  <p:sldLayoutIdLst>
    <p:sldLayoutId id="2147483709" r:id="rId1"/>
    <p:sldLayoutId id="2147483724" r:id="rId2"/>
    <p:sldLayoutId id="2147483705" r:id="rId3"/>
  </p:sldLayoutIdLst>
  <p:transition/>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3E12BC2-0D53-2243-8DA6-664EE031A41B}"/>
              </a:ext>
            </a:extLst>
          </p:cNvPr>
          <p:cNvSpPr>
            <a:spLocks noGrp="1"/>
          </p:cNvSpPr>
          <p:nvPr>
            <p:ph type="body" sz="quarter" idx="10"/>
          </p:nvPr>
        </p:nvSpPr>
        <p:spPr/>
        <p:txBody>
          <a:bodyPr/>
          <a:lstStyle/>
          <a:p>
            <a:r>
              <a:rPr lang="en-US" dirty="0"/>
              <a:t>AWS &amp; Azure Cloud Services</a:t>
            </a:r>
          </a:p>
        </p:txBody>
      </p:sp>
      <p:sp>
        <p:nvSpPr>
          <p:cNvPr id="16" name="Text Placeholder 15">
            <a:extLst>
              <a:ext uri="{FF2B5EF4-FFF2-40B4-BE49-F238E27FC236}">
                <a16:creationId xmlns:a16="http://schemas.microsoft.com/office/drawing/2014/main" id="{B439D4E7-CADE-7644-BBAC-BBCD476022BA}"/>
              </a:ext>
            </a:extLst>
          </p:cNvPr>
          <p:cNvSpPr>
            <a:spLocks noGrp="1"/>
          </p:cNvSpPr>
          <p:nvPr>
            <p:ph type="body" sz="quarter" idx="12"/>
          </p:nvPr>
        </p:nvSpPr>
        <p:spPr/>
        <p:txBody>
          <a:bodyPr/>
          <a:lstStyle/>
          <a:p>
            <a:r>
              <a:rPr lang="en-US" dirty="0"/>
              <a:t>Analyzing features and benefits of top cloud platforms</a:t>
            </a:r>
          </a:p>
          <a:p>
            <a:r>
              <a:rPr lang="en-US" dirty="0"/>
              <a:t>Razin Bin Zaidun</a:t>
            </a:r>
          </a:p>
        </p:txBody>
      </p:sp>
    </p:spTree>
    <p:extLst>
      <p:ext uri="{BB962C8B-B14F-4D97-AF65-F5344CB8AC3E}">
        <p14:creationId xmlns:p14="http://schemas.microsoft.com/office/powerpoint/2010/main" val="874906407"/>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3E12BC2-0D53-2243-8DA6-664EE031A41B}"/>
              </a:ext>
            </a:extLst>
          </p:cNvPr>
          <p:cNvSpPr>
            <a:spLocks noGrp="1"/>
          </p:cNvSpPr>
          <p:nvPr>
            <p:ph type="body" sz="quarter" idx="10"/>
          </p:nvPr>
        </p:nvSpPr>
        <p:spPr>
          <a:xfrm>
            <a:off x="591400" y="1164910"/>
            <a:ext cx="5398584" cy="783153"/>
          </a:xfrm>
        </p:spPr>
        <p:txBody>
          <a:bodyPr/>
          <a:lstStyle/>
          <a:p>
            <a:r>
              <a:rPr lang="en-US"/>
              <a:t>Agenda</a:t>
            </a:r>
          </a:p>
        </p:txBody>
      </p:sp>
      <p:sp>
        <p:nvSpPr>
          <p:cNvPr id="16" name="Text Placeholder 15">
            <a:extLst>
              <a:ext uri="{FF2B5EF4-FFF2-40B4-BE49-F238E27FC236}">
                <a16:creationId xmlns:a16="http://schemas.microsoft.com/office/drawing/2014/main" id="{B439D4E7-CADE-7644-BBAC-BBCD476022BA}"/>
              </a:ext>
            </a:extLst>
          </p:cNvPr>
          <p:cNvSpPr>
            <a:spLocks noGrp="1"/>
          </p:cNvSpPr>
          <p:nvPr>
            <p:ph type="body" sz="quarter" idx="11"/>
          </p:nvPr>
        </p:nvSpPr>
        <p:spPr>
          <a:xfrm>
            <a:off x="6210804" y="1165226"/>
            <a:ext cx="5398584" cy="4731992"/>
          </a:xfrm>
        </p:spPr>
        <p:txBody>
          <a:bodyPr/>
          <a:lstStyle/>
          <a:p>
            <a:r>
              <a:rPr lang="en-SG" dirty="0"/>
              <a:t>Introduction of AWS &amp; Azure Cloud Services</a:t>
            </a:r>
          </a:p>
          <a:p>
            <a:r>
              <a:rPr lang="en-SG" dirty="0"/>
              <a:t>Integration of Services</a:t>
            </a:r>
          </a:p>
          <a:p>
            <a:r>
              <a:rPr lang="en-SG" dirty="0"/>
              <a:t>Service management system</a:t>
            </a:r>
          </a:p>
          <a:p>
            <a:r>
              <a:rPr lang="en-SG" dirty="0"/>
              <a:t>Cost Optimization</a:t>
            </a:r>
          </a:p>
          <a:p>
            <a:r>
              <a:rPr lang="en-SG" dirty="0"/>
              <a:t>Summary &amp; Recommendation</a:t>
            </a:r>
          </a:p>
        </p:txBody>
      </p:sp>
    </p:spTree>
    <p:extLst>
      <p:ext uri="{BB962C8B-B14F-4D97-AF65-F5344CB8AC3E}">
        <p14:creationId xmlns:p14="http://schemas.microsoft.com/office/powerpoint/2010/main" val="797434999"/>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8F7BC17-C097-EF49-903E-0A1FFF9051AD}"/>
              </a:ext>
            </a:extLst>
          </p:cNvPr>
          <p:cNvSpPr>
            <a:spLocks noGrp="1"/>
          </p:cNvSpPr>
          <p:nvPr>
            <p:ph type="body" sz="quarter" idx="10"/>
          </p:nvPr>
        </p:nvSpPr>
        <p:spPr/>
        <p:txBody>
          <a:bodyPr/>
          <a:lstStyle/>
          <a:p>
            <a:r>
              <a:rPr lang="en-GB" dirty="0"/>
              <a:t>Introduction</a:t>
            </a:r>
          </a:p>
          <a:p>
            <a:endParaRPr lang="en-US" dirty="0"/>
          </a:p>
          <a:p>
            <a:endParaRPr lang="en-US" dirty="0"/>
          </a:p>
        </p:txBody>
      </p:sp>
    </p:spTree>
    <p:extLst>
      <p:ext uri="{BB962C8B-B14F-4D97-AF65-F5344CB8AC3E}">
        <p14:creationId xmlns:p14="http://schemas.microsoft.com/office/powerpoint/2010/main" val="3375107767"/>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31AA3B3C-CB61-0D42-8F7C-1FA10EA54219}"/>
              </a:ext>
            </a:extLst>
          </p:cNvPr>
          <p:cNvSpPr>
            <a:spLocks noGrp="1"/>
          </p:cNvSpPr>
          <p:nvPr>
            <p:ph type="body" sz="quarter" idx="10"/>
          </p:nvPr>
        </p:nvSpPr>
        <p:spPr/>
        <p:txBody>
          <a:bodyPr/>
          <a:lstStyle/>
          <a:p>
            <a:r>
              <a:rPr lang="en-US" dirty="0"/>
              <a:t>What is AWS Cloud Services?</a:t>
            </a:r>
          </a:p>
        </p:txBody>
      </p:sp>
      <p:sp>
        <p:nvSpPr>
          <p:cNvPr id="21" name="Text Placeholder 20">
            <a:extLst>
              <a:ext uri="{FF2B5EF4-FFF2-40B4-BE49-F238E27FC236}">
                <a16:creationId xmlns:a16="http://schemas.microsoft.com/office/drawing/2014/main" id="{121C40A6-99BF-5A49-8583-8FCE2272754E}"/>
              </a:ext>
            </a:extLst>
          </p:cNvPr>
          <p:cNvSpPr>
            <a:spLocks noGrp="1"/>
          </p:cNvSpPr>
          <p:nvPr>
            <p:ph type="body" sz="quarter" idx="12"/>
          </p:nvPr>
        </p:nvSpPr>
        <p:spPr>
          <a:xfrm>
            <a:off x="591399" y="2093638"/>
            <a:ext cx="6686092" cy="3610476"/>
          </a:xfrm>
        </p:spPr>
        <p:txBody>
          <a:bodyPr/>
          <a:lstStyle/>
          <a:p>
            <a:pPr marL="342900" indent="-342900">
              <a:buFont typeface="Arial" panose="020B0604020202020204" pitchFamily="34" charset="0"/>
              <a:buChar char="•"/>
            </a:pPr>
            <a:r>
              <a:rPr lang="en-GB"/>
              <a:t>World’s largest cloud platform launched in 2006.</a:t>
            </a:r>
          </a:p>
          <a:p>
            <a:pPr marL="342900" indent="-342900">
              <a:buFont typeface="Arial" panose="020B0604020202020204" pitchFamily="34" charset="0"/>
              <a:buChar char="•"/>
            </a:pPr>
            <a:r>
              <a:rPr lang="en-US"/>
              <a:t>AWS offers a broad service of 200+ catalog and global availability</a:t>
            </a:r>
          </a:p>
          <a:p>
            <a:pPr marL="342900" indent="-342900">
              <a:buFont typeface="Arial" panose="020B0604020202020204" pitchFamily="34" charset="0"/>
              <a:buChar char="•"/>
            </a:pPr>
            <a:r>
              <a:rPr lang="en-US"/>
              <a:t>Known for its flexibility, global level infrastructure and developer-friendly tools.</a:t>
            </a:r>
          </a:p>
          <a:p>
            <a:pPr marL="342900" indent="-342900">
              <a:buFont typeface="Arial" panose="020B0604020202020204" pitchFamily="34" charset="0"/>
              <a:buChar char="•"/>
            </a:pPr>
            <a:r>
              <a:rPr lang="en-US"/>
              <a:t>Popular cloud service for startups, tech innovators and global enterprises.</a:t>
            </a:r>
          </a:p>
          <a:p>
            <a:pPr marL="342900" indent="-342900">
              <a:buFont typeface="Arial" panose="020B0604020202020204" pitchFamily="34" charset="0"/>
              <a:buChar char="•"/>
            </a:pPr>
            <a:endParaRPr lang="en-GB"/>
          </a:p>
          <a:p>
            <a:br>
              <a:rPr lang="en-GB"/>
            </a:br>
            <a:endParaRPr lang="en-US" dirty="0"/>
          </a:p>
        </p:txBody>
      </p:sp>
      <p:pic>
        <p:nvPicPr>
          <p:cNvPr id="18" name="Picture Placeholder 17" descr="A cloud computing diagram with orange and white circles&#10;&#10;AI-generated content may be incorrect.">
            <a:extLst>
              <a:ext uri="{FF2B5EF4-FFF2-40B4-BE49-F238E27FC236}">
                <a16:creationId xmlns:a16="http://schemas.microsoft.com/office/drawing/2014/main" id="{56FA241E-35D4-53D0-AC31-279983399682}"/>
              </a:ext>
            </a:extLst>
          </p:cNvPr>
          <p:cNvPicPr>
            <a:picLocks noGrp="1" noChangeAspect="1"/>
          </p:cNvPicPr>
          <p:nvPr>
            <p:ph type="pic" sz="quarter" idx="13"/>
          </p:nvPr>
        </p:nvPicPr>
        <p:blipFill rotWithShape="1">
          <a:blip r:embed="rId2">
            <a:extLst>
              <a:ext uri="{28A0092B-C50C-407E-A947-70E740481C1C}">
                <a14:useLocalDpi xmlns:a14="http://schemas.microsoft.com/office/drawing/2010/main" val="0"/>
              </a:ext>
            </a:extLst>
          </a:blip>
          <a:srcRect t="-35515" b="-35515"/>
          <a:stretch>
            <a:fillRect/>
          </a:stretch>
        </p:blipFill>
        <p:spPr>
          <a:xfrm>
            <a:off x="8044543" y="0"/>
            <a:ext cx="4147457" cy="6858000"/>
          </a:xfrm>
        </p:spPr>
      </p:pic>
    </p:spTree>
    <p:extLst>
      <p:ext uri="{BB962C8B-B14F-4D97-AF65-F5344CB8AC3E}">
        <p14:creationId xmlns:p14="http://schemas.microsoft.com/office/powerpoint/2010/main" val="3980265187"/>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1AA37E7-3DF2-44C7-65EC-C612D6DCE32A}"/>
              </a:ext>
            </a:extLst>
          </p:cNvPr>
          <p:cNvSpPr>
            <a:spLocks noGrp="1"/>
          </p:cNvSpPr>
          <p:nvPr>
            <p:ph type="body" sz="quarter" idx="10"/>
          </p:nvPr>
        </p:nvSpPr>
        <p:spPr>
          <a:xfrm>
            <a:off x="591399" y="572679"/>
            <a:ext cx="6594591" cy="1299666"/>
          </a:xfrm>
        </p:spPr>
        <p:txBody>
          <a:bodyPr/>
          <a:lstStyle/>
          <a:p>
            <a:r>
              <a:rPr lang="en-US" dirty="0"/>
              <a:t>What is Azure Cloud Services?</a:t>
            </a:r>
          </a:p>
          <a:p>
            <a:endParaRPr lang="en-SG" dirty="0"/>
          </a:p>
        </p:txBody>
      </p:sp>
      <p:sp>
        <p:nvSpPr>
          <p:cNvPr id="4" name="Text Placeholder 3">
            <a:extLst>
              <a:ext uri="{FF2B5EF4-FFF2-40B4-BE49-F238E27FC236}">
                <a16:creationId xmlns:a16="http://schemas.microsoft.com/office/drawing/2014/main" id="{37DD43CB-0D48-60D1-9A6F-6CB2B3029F8B}"/>
              </a:ext>
            </a:extLst>
          </p:cNvPr>
          <p:cNvSpPr>
            <a:spLocks noGrp="1"/>
          </p:cNvSpPr>
          <p:nvPr>
            <p:ph type="body" sz="quarter" idx="12"/>
          </p:nvPr>
        </p:nvSpPr>
        <p:spPr>
          <a:xfrm>
            <a:off x="591401" y="1872344"/>
            <a:ext cx="6686092" cy="3853542"/>
          </a:xfrm>
        </p:spPr>
        <p:txBody>
          <a:bodyPr/>
          <a:lstStyle/>
          <a:p>
            <a:pPr marL="342900" indent="-342900">
              <a:buFont typeface="Arial" panose="020B0604020202020204" pitchFamily="34" charset="0"/>
              <a:buChar char="•"/>
            </a:pPr>
            <a:r>
              <a:rPr lang="en-US" dirty="0"/>
              <a:t>Azure is the </a:t>
            </a:r>
            <a:r>
              <a:rPr lang="en-US" b="1" dirty="0"/>
              <a:t>second-largest cloud platform</a:t>
            </a:r>
            <a:r>
              <a:rPr lang="en-US" dirty="0"/>
              <a:t>, widely adopted by </a:t>
            </a:r>
            <a:r>
              <a:rPr lang="en-US" b="1" dirty="0"/>
              <a:t>95% of Fortune 500 companies</a:t>
            </a:r>
            <a:r>
              <a:rPr lang="en-US" dirty="0"/>
              <a:t>.</a:t>
            </a:r>
          </a:p>
          <a:p>
            <a:pPr marL="342900" indent="-342900">
              <a:buFont typeface="Arial" panose="020B0604020202020204" pitchFamily="34" charset="0"/>
              <a:buChar char="•"/>
            </a:pPr>
            <a:r>
              <a:rPr lang="en-US" dirty="0"/>
              <a:t>It stands out for its </a:t>
            </a:r>
            <a:r>
              <a:rPr lang="en-US" b="1" dirty="0"/>
              <a:t>tight integration with Microsoft products</a:t>
            </a:r>
            <a:r>
              <a:rPr lang="en-US" dirty="0"/>
              <a:t> like Windows Server, SQL Server, Office 365, and Active Directory.</a:t>
            </a:r>
          </a:p>
          <a:p>
            <a:pPr marL="342900" indent="-342900">
              <a:buFont typeface="Arial" panose="020B0604020202020204" pitchFamily="34" charset="0"/>
              <a:buChar char="•"/>
            </a:pPr>
            <a:r>
              <a:rPr lang="en-SG" dirty="0"/>
              <a:t>Azure is ideal for enterprises, regulated industries and hybrid cloud environments.</a:t>
            </a:r>
          </a:p>
        </p:txBody>
      </p:sp>
      <p:pic>
        <p:nvPicPr>
          <p:cNvPr id="12" name="Picture Placeholder 11">
            <a:extLst>
              <a:ext uri="{FF2B5EF4-FFF2-40B4-BE49-F238E27FC236}">
                <a16:creationId xmlns:a16="http://schemas.microsoft.com/office/drawing/2014/main" id="{BC0D4786-A73C-F36F-F612-77203CE1FD9C}"/>
              </a:ext>
            </a:extLst>
          </p:cNvPr>
          <p:cNvPicPr>
            <a:picLocks noGrp="1" noChangeAspect="1"/>
          </p:cNvPicPr>
          <p:nvPr>
            <p:ph type="pic" sz="quarter" idx="13"/>
          </p:nvPr>
        </p:nvPicPr>
        <p:blipFill rotWithShape="1">
          <a:blip r:embed="rId2"/>
          <a:srcRect l="-1769" t="-64459" b="-55051"/>
          <a:stretch>
            <a:fillRect/>
          </a:stretch>
        </p:blipFill>
        <p:spPr>
          <a:xfrm>
            <a:off x="7971183" y="0"/>
            <a:ext cx="4220817" cy="6858000"/>
          </a:xfrm>
          <a:prstGeom prst="rect">
            <a:avLst/>
          </a:prstGeom>
        </p:spPr>
      </p:pic>
    </p:spTree>
    <p:extLst>
      <p:ext uri="{BB962C8B-B14F-4D97-AF65-F5344CB8AC3E}">
        <p14:creationId xmlns:p14="http://schemas.microsoft.com/office/powerpoint/2010/main" val="1102623269"/>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31AA3B3C-CB61-0D42-8F7C-1FA10EA54219}"/>
              </a:ext>
            </a:extLst>
          </p:cNvPr>
          <p:cNvSpPr>
            <a:spLocks noGrp="1"/>
          </p:cNvSpPr>
          <p:nvPr>
            <p:ph type="body" sz="quarter" idx="10"/>
          </p:nvPr>
        </p:nvSpPr>
        <p:spPr>
          <a:xfrm>
            <a:off x="592138" y="573088"/>
            <a:ext cx="4695825" cy="1342798"/>
          </a:xfrm>
        </p:spPr>
        <p:txBody>
          <a:bodyPr/>
          <a:lstStyle/>
          <a:p>
            <a:r>
              <a:rPr lang="en-US" dirty="0"/>
              <a:t>Integration of Services</a:t>
            </a:r>
          </a:p>
        </p:txBody>
      </p:sp>
      <p:sp>
        <p:nvSpPr>
          <p:cNvPr id="21" name="Text Placeholder 20">
            <a:extLst>
              <a:ext uri="{FF2B5EF4-FFF2-40B4-BE49-F238E27FC236}">
                <a16:creationId xmlns:a16="http://schemas.microsoft.com/office/drawing/2014/main" id="{121C40A6-99BF-5A49-8583-8FCE2272754E}"/>
              </a:ext>
            </a:extLst>
          </p:cNvPr>
          <p:cNvSpPr>
            <a:spLocks noGrp="1"/>
          </p:cNvSpPr>
          <p:nvPr>
            <p:ph type="body" sz="quarter" idx="12"/>
          </p:nvPr>
        </p:nvSpPr>
        <p:spPr>
          <a:xfrm>
            <a:off x="592138" y="2144486"/>
            <a:ext cx="4695825" cy="3570514"/>
          </a:xfrm>
        </p:spPr>
        <p:txBody>
          <a:bodyPr/>
          <a:lstStyle/>
          <a:p>
            <a:r>
              <a:rPr lang="en-US" dirty="0"/>
              <a:t>AWS</a:t>
            </a:r>
          </a:p>
          <a:p>
            <a:pPr marL="342900" indent="-342900">
              <a:buFont typeface="Arial" panose="020B0604020202020204" pitchFamily="34" charset="0"/>
              <a:buChar char="•"/>
            </a:pPr>
            <a:r>
              <a:rPr lang="en-US" dirty="0"/>
              <a:t>AWS offers powerful, platform-agnostic integration but may require extra customization for Microsoft-heavy systems.</a:t>
            </a:r>
          </a:p>
          <a:p>
            <a:r>
              <a:rPr lang="en-US" dirty="0"/>
              <a:t>Azure</a:t>
            </a:r>
          </a:p>
          <a:p>
            <a:pPr marL="342900" indent="-342900">
              <a:buFont typeface="Arial" panose="020B0604020202020204" pitchFamily="34" charset="0"/>
              <a:buChar char="•"/>
            </a:pPr>
            <a:r>
              <a:rPr lang="en-US" dirty="0"/>
              <a:t>Azure seamlessly integrates with Microsoft products like Active Directory and Office 365 for unified identity and workflows.</a:t>
            </a:r>
          </a:p>
          <a:p>
            <a:pPr marL="342900" indent="-342900">
              <a:buFont typeface="Arial" panose="020B0604020202020204" pitchFamily="34" charset="0"/>
              <a:buChar char="•"/>
            </a:pPr>
            <a:endParaRPr lang="en-US" dirty="0"/>
          </a:p>
          <a:p>
            <a:endParaRPr lang="en-US" dirty="0"/>
          </a:p>
        </p:txBody>
      </p:sp>
      <p:pic>
        <p:nvPicPr>
          <p:cNvPr id="6" name="Picture Placeholder 5">
            <a:extLst>
              <a:ext uri="{FF2B5EF4-FFF2-40B4-BE49-F238E27FC236}">
                <a16:creationId xmlns:a16="http://schemas.microsoft.com/office/drawing/2014/main" id="{A952B266-DCA5-8C48-03B7-1A98CD486314}"/>
              </a:ext>
            </a:extLst>
          </p:cNvPr>
          <p:cNvPicPr>
            <a:picLocks noGrp="1" noChangeAspect="1"/>
          </p:cNvPicPr>
          <p:nvPr>
            <p:ph type="pic" sz="quarter" idx="13"/>
          </p:nvPr>
        </p:nvPicPr>
        <p:blipFill>
          <a:blip r:embed="rId2"/>
          <a:srcRect l="24869" r="24869"/>
          <a:stretch/>
        </p:blipFill>
        <p:spPr>
          <a:xfrm>
            <a:off x="6096000" y="0"/>
            <a:ext cx="3114101" cy="3503364"/>
          </a:xfrm>
          <a:prstGeom prst="rect">
            <a:avLst/>
          </a:prstGeom>
        </p:spPr>
      </p:pic>
      <p:pic>
        <p:nvPicPr>
          <p:cNvPr id="8" name="Picture 7" descr="A hexagon with a computer and a cube&#10;&#10;AI-generated content may be incorrect.">
            <a:extLst>
              <a:ext uri="{FF2B5EF4-FFF2-40B4-BE49-F238E27FC236}">
                <a16:creationId xmlns:a16="http://schemas.microsoft.com/office/drawing/2014/main" id="{D0648D55-0E3F-46E7-F3AD-17AD663E37BF}"/>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9210100" y="3472728"/>
            <a:ext cx="2981899" cy="3385272"/>
          </a:xfrm>
          <a:prstGeom prst="rect">
            <a:avLst/>
          </a:prstGeom>
        </p:spPr>
      </p:pic>
    </p:spTree>
    <p:extLst>
      <p:ext uri="{BB962C8B-B14F-4D97-AF65-F5344CB8AC3E}">
        <p14:creationId xmlns:p14="http://schemas.microsoft.com/office/powerpoint/2010/main" val="539464907"/>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011E409-D755-9B42-9672-47AF85E0B91C}"/>
              </a:ext>
            </a:extLst>
          </p:cNvPr>
          <p:cNvSpPr>
            <a:spLocks noGrp="1"/>
          </p:cNvSpPr>
          <p:nvPr>
            <p:ph type="body" sz="quarter" idx="10"/>
          </p:nvPr>
        </p:nvSpPr>
        <p:spPr>
          <a:xfrm>
            <a:off x="591399" y="572679"/>
            <a:ext cx="6594591" cy="1321436"/>
          </a:xfrm>
        </p:spPr>
        <p:txBody>
          <a:bodyPr/>
          <a:lstStyle/>
          <a:p>
            <a:r>
              <a:rPr lang="en-US" dirty="0"/>
              <a:t>Service Management System</a:t>
            </a:r>
          </a:p>
        </p:txBody>
      </p:sp>
      <p:sp>
        <p:nvSpPr>
          <p:cNvPr id="4" name="Text Placeholder 3">
            <a:extLst>
              <a:ext uri="{FF2B5EF4-FFF2-40B4-BE49-F238E27FC236}">
                <a16:creationId xmlns:a16="http://schemas.microsoft.com/office/drawing/2014/main" id="{0796D2F4-18FA-584D-A43E-1D97C5C2D889}"/>
              </a:ext>
            </a:extLst>
          </p:cNvPr>
          <p:cNvSpPr>
            <a:spLocks noGrp="1"/>
          </p:cNvSpPr>
          <p:nvPr>
            <p:ph type="body" sz="quarter" idx="12"/>
          </p:nvPr>
        </p:nvSpPr>
        <p:spPr>
          <a:xfrm>
            <a:off x="591401" y="1894115"/>
            <a:ext cx="6686092" cy="3853541"/>
          </a:xfrm>
        </p:spPr>
        <p:txBody>
          <a:bodyPr/>
          <a:lstStyle/>
          <a:p>
            <a:r>
              <a:rPr lang="en-GB" dirty="0"/>
              <a:t>Both Cloud Services offer a centralized management system.</a:t>
            </a:r>
            <a:endParaRPr lang="en-US" dirty="0"/>
          </a:p>
          <a:p>
            <a:r>
              <a:rPr lang="en-US" dirty="0"/>
              <a:t>Azure: </a:t>
            </a:r>
          </a:p>
          <a:p>
            <a:pPr marL="342900" indent="-342900">
              <a:buFont typeface="Arial" panose="020B0604020202020204" pitchFamily="34" charset="0"/>
              <a:buChar char="•"/>
            </a:pPr>
            <a:r>
              <a:rPr lang="en-US" dirty="0"/>
              <a:t>Azure Resource Manager (ARM) for unified deployment</a:t>
            </a:r>
          </a:p>
          <a:p>
            <a:pPr marL="342900" indent="-342900">
              <a:buFont typeface="Arial" panose="020B0604020202020204" pitchFamily="34" charset="0"/>
              <a:buChar char="•"/>
            </a:pPr>
            <a:r>
              <a:rPr lang="en-US" dirty="0"/>
              <a:t>Emphasizes on visual workflows</a:t>
            </a:r>
          </a:p>
          <a:p>
            <a:r>
              <a:rPr lang="en-US" dirty="0"/>
              <a:t>AWS:</a:t>
            </a:r>
          </a:p>
          <a:p>
            <a:pPr marL="342900" indent="-342900">
              <a:buFont typeface="Arial" panose="020B0604020202020204" pitchFamily="34" charset="0"/>
              <a:buChar char="•"/>
            </a:pPr>
            <a:r>
              <a:rPr lang="en-US" dirty="0"/>
              <a:t>CloudFormation &amp; AWS Systems Manager</a:t>
            </a:r>
          </a:p>
          <a:p>
            <a:pPr marL="342900" indent="-342900">
              <a:buFont typeface="Arial" panose="020B0604020202020204" pitchFamily="34" charset="0"/>
              <a:buChar char="•"/>
            </a:pPr>
            <a:r>
              <a:rPr lang="en-US" dirty="0"/>
              <a:t>AWS offers granular control</a:t>
            </a:r>
          </a:p>
          <a:p>
            <a:endParaRPr lang="en-US" dirty="0"/>
          </a:p>
        </p:txBody>
      </p:sp>
      <p:pic>
        <p:nvPicPr>
          <p:cNvPr id="10" name="Picture Placeholder 9">
            <a:extLst>
              <a:ext uri="{FF2B5EF4-FFF2-40B4-BE49-F238E27FC236}">
                <a16:creationId xmlns:a16="http://schemas.microsoft.com/office/drawing/2014/main" id="{410F5529-E2A6-D1A4-A282-59C410E47DA2}"/>
              </a:ext>
            </a:extLst>
          </p:cNvPr>
          <p:cNvPicPr>
            <a:picLocks noGrp="1" noChangeAspect="1"/>
          </p:cNvPicPr>
          <p:nvPr>
            <p:ph type="pic" sz="quarter" idx="13"/>
          </p:nvPr>
        </p:nvPicPr>
        <p:blipFill rotWithShape="1">
          <a:blip r:embed="rId2"/>
          <a:srcRect t="-2688" b="-2688"/>
          <a:stretch>
            <a:fillRect/>
          </a:stretch>
        </p:blipFill>
        <p:spPr>
          <a:xfrm>
            <a:off x="8232441" y="87085"/>
            <a:ext cx="3629415" cy="3218160"/>
          </a:xfrm>
          <a:prstGeom prst="rect">
            <a:avLst/>
          </a:prstGeom>
        </p:spPr>
      </p:pic>
      <p:pic>
        <p:nvPicPr>
          <p:cNvPr id="12" name="Picture 11" descr="A blue background with white text and a cube&#10;&#10;AI-generated content may be incorrect.">
            <a:extLst>
              <a:ext uri="{FF2B5EF4-FFF2-40B4-BE49-F238E27FC236}">
                <a16:creationId xmlns:a16="http://schemas.microsoft.com/office/drawing/2014/main" id="{498D554F-9C90-185A-514E-4964BDED2B89}"/>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232441" y="3509212"/>
            <a:ext cx="3629414" cy="3096986"/>
          </a:xfrm>
          <a:prstGeom prst="rect">
            <a:avLst/>
          </a:prstGeom>
        </p:spPr>
      </p:pic>
    </p:spTree>
    <p:extLst>
      <p:ext uri="{BB962C8B-B14F-4D97-AF65-F5344CB8AC3E}">
        <p14:creationId xmlns:p14="http://schemas.microsoft.com/office/powerpoint/2010/main" val="1605396996"/>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31AA3B3C-CB61-0D42-8F7C-1FA10EA54219}"/>
              </a:ext>
            </a:extLst>
          </p:cNvPr>
          <p:cNvSpPr>
            <a:spLocks noGrp="1"/>
          </p:cNvSpPr>
          <p:nvPr>
            <p:ph type="body" sz="quarter" idx="10"/>
          </p:nvPr>
        </p:nvSpPr>
        <p:spPr>
          <a:xfrm>
            <a:off x="591400" y="572678"/>
            <a:ext cx="4696218" cy="1375865"/>
          </a:xfrm>
        </p:spPr>
        <p:txBody>
          <a:bodyPr/>
          <a:lstStyle/>
          <a:p>
            <a:r>
              <a:rPr lang="en-US" dirty="0"/>
              <a:t>Cost Optimization</a:t>
            </a:r>
          </a:p>
        </p:txBody>
      </p:sp>
      <p:sp>
        <p:nvSpPr>
          <p:cNvPr id="21" name="Text Placeholder 20">
            <a:extLst>
              <a:ext uri="{FF2B5EF4-FFF2-40B4-BE49-F238E27FC236}">
                <a16:creationId xmlns:a16="http://schemas.microsoft.com/office/drawing/2014/main" id="{121C40A6-99BF-5A49-8583-8FCE2272754E}"/>
              </a:ext>
            </a:extLst>
          </p:cNvPr>
          <p:cNvSpPr>
            <a:spLocks noGrp="1"/>
          </p:cNvSpPr>
          <p:nvPr>
            <p:ph type="body" sz="quarter" idx="12"/>
          </p:nvPr>
        </p:nvSpPr>
        <p:spPr>
          <a:xfrm>
            <a:off x="591401" y="1948543"/>
            <a:ext cx="4696217" cy="3853543"/>
          </a:xfrm>
        </p:spPr>
        <p:txBody>
          <a:bodyPr/>
          <a:lstStyle/>
          <a:p>
            <a:r>
              <a:rPr lang="en-US" dirty="0"/>
              <a:t>AWS:</a:t>
            </a:r>
          </a:p>
          <a:p>
            <a:pPr marL="342900" indent="-342900">
              <a:buFont typeface="Arial" panose="020B0604020202020204" pitchFamily="34" charset="0"/>
              <a:buChar char="•"/>
            </a:pPr>
            <a:r>
              <a:rPr lang="en-US" dirty="0"/>
              <a:t>Spot Instances provide up to 90% discounts on unused EC2 capacity, best for fault-tolerant and batch jobs.</a:t>
            </a:r>
          </a:p>
          <a:p>
            <a:r>
              <a:rPr lang="en-US" dirty="0"/>
              <a:t>Azure:</a:t>
            </a:r>
          </a:p>
          <a:p>
            <a:pPr marL="342900" indent="-342900">
              <a:buFont typeface="Arial" panose="020B0604020202020204" pitchFamily="34" charset="0"/>
              <a:buChar char="•"/>
            </a:pPr>
            <a:r>
              <a:rPr lang="en-US" dirty="0"/>
              <a:t>Hybrid Benefit allows reuse of existing Microsoft licenses. Saving up to 85% on VM and database costs.</a:t>
            </a:r>
          </a:p>
          <a:p>
            <a:r>
              <a:rPr lang="en-US" dirty="0"/>
              <a:t>Both services have auto scaling on demand.</a:t>
            </a:r>
          </a:p>
        </p:txBody>
      </p:sp>
      <p:pic>
        <p:nvPicPr>
          <p:cNvPr id="4" name="Picture Placeholder 3" descr="A blue bag with gold coins and a red arrow&#10;&#10;AI-generated content may be incorrect.">
            <a:extLst>
              <a:ext uri="{FF2B5EF4-FFF2-40B4-BE49-F238E27FC236}">
                <a16:creationId xmlns:a16="http://schemas.microsoft.com/office/drawing/2014/main" id="{2252BB76-29D0-8EA4-E79A-0530A1881603}"/>
              </a:ext>
            </a:extLst>
          </p:cNvPr>
          <p:cNvPicPr>
            <a:picLocks noGrp="1" noChangeAspect="1"/>
          </p:cNvPicPr>
          <p:nvPr>
            <p:ph type="pic" sz="quarter" idx="13"/>
          </p:nvPr>
        </p:nvPicPr>
        <p:blipFill rotWithShape="1">
          <a:blip r:embed="rId2" cstate="email">
            <a:extLst>
              <a:ext uri="{28A0092B-C50C-407E-A947-70E740481C1C}">
                <a14:useLocalDpi xmlns:a14="http://schemas.microsoft.com/office/drawing/2010/main" val="0"/>
              </a:ext>
            </a:extLst>
          </a:blip>
          <a:srcRect t="-46910" b="-46910"/>
          <a:stretch>
            <a:fillRect/>
          </a:stretch>
        </p:blipFill>
        <p:spPr>
          <a:xfrm>
            <a:off x="6096000" y="0"/>
            <a:ext cx="6096000" cy="6858000"/>
          </a:xfrm>
        </p:spPr>
      </p:pic>
    </p:spTree>
    <p:extLst>
      <p:ext uri="{BB962C8B-B14F-4D97-AF65-F5344CB8AC3E}">
        <p14:creationId xmlns:p14="http://schemas.microsoft.com/office/powerpoint/2010/main" val="1846027657"/>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011E409-D755-9B42-9672-47AF85E0B91C}"/>
              </a:ext>
            </a:extLst>
          </p:cNvPr>
          <p:cNvSpPr>
            <a:spLocks noGrp="1"/>
          </p:cNvSpPr>
          <p:nvPr>
            <p:ph type="body" sz="quarter" idx="10"/>
          </p:nvPr>
        </p:nvSpPr>
        <p:spPr>
          <a:xfrm>
            <a:off x="591399" y="572678"/>
            <a:ext cx="6594591" cy="1005751"/>
          </a:xfrm>
        </p:spPr>
        <p:txBody>
          <a:bodyPr/>
          <a:lstStyle/>
          <a:p>
            <a:r>
              <a:rPr lang="en-US" dirty="0"/>
              <a:t>Targeted Users</a:t>
            </a:r>
          </a:p>
        </p:txBody>
      </p:sp>
      <p:sp>
        <p:nvSpPr>
          <p:cNvPr id="4" name="Text Placeholder 3">
            <a:extLst>
              <a:ext uri="{FF2B5EF4-FFF2-40B4-BE49-F238E27FC236}">
                <a16:creationId xmlns:a16="http://schemas.microsoft.com/office/drawing/2014/main" id="{0796D2F4-18FA-584D-A43E-1D97C5C2D889}"/>
              </a:ext>
            </a:extLst>
          </p:cNvPr>
          <p:cNvSpPr>
            <a:spLocks noGrp="1"/>
          </p:cNvSpPr>
          <p:nvPr>
            <p:ph type="body" sz="quarter" idx="12"/>
          </p:nvPr>
        </p:nvSpPr>
        <p:spPr>
          <a:xfrm>
            <a:off x="591401" y="1578428"/>
            <a:ext cx="6686092" cy="4147458"/>
          </a:xfrm>
        </p:spPr>
        <p:txBody>
          <a:bodyPr/>
          <a:lstStyle/>
          <a:p>
            <a:r>
              <a:rPr lang="en-GB" dirty="0"/>
              <a:t>AWS’s large catalogue of 200+ services are best suited for startups and developers and the general use case for most enterprises.</a:t>
            </a:r>
          </a:p>
          <a:p>
            <a:endParaRPr lang="en-GB" dirty="0"/>
          </a:p>
          <a:p>
            <a:r>
              <a:rPr lang="en-GB" dirty="0"/>
              <a:t>Azure’s seamless integration with existing Microsoft features and licenses are best suited for enterprises reliant on the Microsoft ecosystem. </a:t>
            </a:r>
          </a:p>
          <a:p>
            <a:endParaRPr lang="en-US" dirty="0"/>
          </a:p>
        </p:txBody>
      </p:sp>
      <p:pic>
        <p:nvPicPr>
          <p:cNvPr id="6" name="Picture Placeholder 5" descr="A person giving a presentation to a group of people&#10;&#10;AI-generated content may be incorrect.">
            <a:extLst>
              <a:ext uri="{FF2B5EF4-FFF2-40B4-BE49-F238E27FC236}">
                <a16:creationId xmlns:a16="http://schemas.microsoft.com/office/drawing/2014/main" id="{945CFB2F-56E7-8E57-872A-85C9BE578091}"/>
              </a:ext>
            </a:extLst>
          </p:cNvPr>
          <p:cNvPicPr>
            <a:picLocks noGrp="1" noChangeAspect="1"/>
          </p:cNvPicPr>
          <p:nvPr>
            <p:ph type="pic" sz="quarter" idx="13"/>
          </p:nvPr>
        </p:nvPicPr>
        <p:blipFill rotWithShape="1">
          <a:blip r:embed="rId2" cstate="email">
            <a:extLst>
              <a:ext uri="{28A0092B-C50C-407E-A947-70E740481C1C}">
                <a14:useLocalDpi xmlns:a14="http://schemas.microsoft.com/office/drawing/2010/main" val="0"/>
              </a:ext>
            </a:extLst>
          </a:blip>
          <a:srcRect t="-82742" b="-88753"/>
          <a:stretch>
            <a:fillRect/>
          </a:stretch>
        </p:blipFill>
        <p:spPr>
          <a:xfrm>
            <a:off x="7971183" y="0"/>
            <a:ext cx="4220817" cy="6858000"/>
          </a:xfrm>
        </p:spPr>
      </p:pic>
    </p:spTree>
    <p:extLst>
      <p:ext uri="{BB962C8B-B14F-4D97-AF65-F5344CB8AC3E}">
        <p14:creationId xmlns:p14="http://schemas.microsoft.com/office/powerpoint/2010/main" val="3620667717"/>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9237D17-E437-DD46-AE33-64FC08A15971}"/>
              </a:ext>
            </a:extLst>
          </p:cNvPr>
          <p:cNvSpPr>
            <a:spLocks noGrp="1"/>
          </p:cNvSpPr>
          <p:nvPr>
            <p:ph type="body" sz="quarter" idx="10"/>
          </p:nvPr>
        </p:nvSpPr>
        <p:spPr/>
        <p:txBody>
          <a:bodyPr/>
          <a:lstStyle/>
          <a:p>
            <a:r>
              <a:rPr lang="en-GB" dirty="0"/>
              <a:t>Summary and Recommendations</a:t>
            </a:r>
          </a:p>
          <a:p>
            <a:endParaRPr lang="en-US" dirty="0"/>
          </a:p>
        </p:txBody>
      </p:sp>
    </p:spTree>
    <p:extLst>
      <p:ext uri="{BB962C8B-B14F-4D97-AF65-F5344CB8AC3E}">
        <p14:creationId xmlns:p14="http://schemas.microsoft.com/office/powerpoint/2010/main" val="2568930840"/>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3E12BC2-0D53-2243-8DA6-664EE031A41B}"/>
              </a:ext>
            </a:extLst>
          </p:cNvPr>
          <p:cNvSpPr>
            <a:spLocks noGrp="1"/>
          </p:cNvSpPr>
          <p:nvPr>
            <p:ph type="body" sz="quarter" idx="10"/>
          </p:nvPr>
        </p:nvSpPr>
        <p:spPr>
          <a:xfrm>
            <a:off x="591399" y="572679"/>
            <a:ext cx="7256235" cy="1310550"/>
          </a:xfrm>
        </p:spPr>
        <p:txBody>
          <a:bodyPr/>
          <a:lstStyle/>
          <a:p>
            <a:r>
              <a:rPr lang="en-US" dirty="0"/>
              <a:t>AWS or Azure Cloud Services</a:t>
            </a:r>
          </a:p>
        </p:txBody>
      </p:sp>
      <p:sp>
        <p:nvSpPr>
          <p:cNvPr id="16" name="Text Placeholder 15">
            <a:extLst>
              <a:ext uri="{FF2B5EF4-FFF2-40B4-BE49-F238E27FC236}">
                <a16:creationId xmlns:a16="http://schemas.microsoft.com/office/drawing/2014/main" id="{B439D4E7-CADE-7644-BBAC-BBCD476022BA}"/>
              </a:ext>
            </a:extLst>
          </p:cNvPr>
          <p:cNvSpPr>
            <a:spLocks noGrp="1"/>
          </p:cNvSpPr>
          <p:nvPr>
            <p:ph type="body" sz="quarter" idx="12"/>
          </p:nvPr>
        </p:nvSpPr>
        <p:spPr>
          <a:xfrm>
            <a:off x="591401" y="1883229"/>
            <a:ext cx="6686092" cy="4402092"/>
          </a:xfrm>
        </p:spPr>
        <p:txBody>
          <a:bodyPr/>
          <a:lstStyle/>
          <a:p>
            <a:r>
              <a:rPr lang="en-GB" dirty="0"/>
              <a:t>In summary, both cloud services offer a wide range of products from computing instances to database instances for enterprises.  Both offer simple and informative centralized management system for its products. </a:t>
            </a:r>
            <a:br>
              <a:rPr lang="en-GB" dirty="0"/>
            </a:br>
            <a:br>
              <a:rPr lang="en-GB" dirty="0"/>
            </a:br>
            <a:r>
              <a:rPr lang="en-GB" dirty="0"/>
              <a:t>Enterprises who utilize the Microsoft Ecosystem the most would benefit heavily from Azure Cloud Services as it integrates seamlessly with the ability to reuse existing Microsoft Licenses for a more cost-effective implementation. </a:t>
            </a:r>
            <a:br>
              <a:rPr lang="en-GB" dirty="0"/>
            </a:br>
            <a:br>
              <a:rPr lang="en-GB" dirty="0"/>
            </a:br>
            <a:r>
              <a:rPr lang="en-GB" dirty="0"/>
              <a:t>Enterprises who are generally looking for a cloud-based solution as their solution would benefit greatly from AWS large catalogue of 200+ services to be utilized.</a:t>
            </a:r>
          </a:p>
        </p:txBody>
      </p:sp>
    </p:spTree>
    <p:extLst>
      <p:ext uri="{BB962C8B-B14F-4D97-AF65-F5344CB8AC3E}">
        <p14:creationId xmlns:p14="http://schemas.microsoft.com/office/powerpoint/2010/main" val="3034358741"/>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68191950"/>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93809920"/>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17.01.13"/>
  <p:tag name="AS_TITLE" val="Aspose.Slides for .NET 4.0"/>
  <p:tag name="AS_VERSION" val="16.12.1.0"/>
</p:tagLst>
</file>

<file path=ppt/theme/theme1.xml><?xml version="1.0" encoding="utf-8"?>
<a:theme xmlns:a="http://schemas.openxmlformats.org/drawingml/2006/main" name="cover slide">
  <a:themeElements>
    <a:clrScheme name="Custom 2">
      <a:dk1>
        <a:srgbClr val="000000"/>
      </a:dk1>
      <a:lt1>
        <a:srgbClr val="FFFFFF"/>
      </a:lt1>
      <a:dk2>
        <a:srgbClr val="00205C"/>
      </a:dk2>
      <a:lt2>
        <a:srgbClr val="E7E6E6"/>
      </a:lt2>
      <a:accent1>
        <a:srgbClr val="00A7E1"/>
      </a:accent1>
      <a:accent2>
        <a:srgbClr val="66CAD8"/>
      </a:accent2>
      <a:accent3>
        <a:srgbClr val="FAA61A"/>
      </a:accent3>
      <a:accent4>
        <a:srgbClr val="404FA2"/>
      </a:accent4>
      <a:accent5>
        <a:srgbClr val="CBDB2A"/>
      </a:accent5>
      <a:accent6>
        <a:srgbClr val="E82370"/>
      </a:accent6>
      <a:hlink>
        <a:srgbClr val="00A7E1"/>
      </a:hlink>
      <a:folHlink>
        <a:srgbClr val="00205C"/>
      </a:folHlink>
    </a:clrScheme>
    <a:fontScheme name="Office">
      <a:majorFont>
        <a:latin typeface="Calibri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F89BEA4-D5CC-4DA4-807E-CDA142F19F07}" vid="{A9165D84-C8C1-42E8-8982-779DCC775A9B}"/>
    </a:ext>
  </a:extLst>
</a:theme>
</file>

<file path=ppt/theme/theme2.xml><?xml version="1.0" encoding="utf-8"?>
<a:theme xmlns:a="http://schemas.openxmlformats.org/drawingml/2006/main" name="divider">
  <a:themeElements>
    <a:clrScheme name="Custom 2">
      <a:dk1>
        <a:srgbClr val="000000"/>
      </a:dk1>
      <a:lt1>
        <a:srgbClr val="FFFFFF"/>
      </a:lt1>
      <a:dk2>
        <a:srgbClr val="00205C"/>
      </a:dk2>
      <a:lt2>
        <a:srgbClr val="E7E6E6"/>
      </a:lt2>
      <a:accent1>
        <a:srgbClr val="00A7E1"/>
      </a:accent1>
      <a:accent2>
        <a:srgbClr val="66CAD8"/>
      </a:accent2>
      <a:accent3>
        <a:srgbClr val="FAA61A"/>
      </a:accent3>
      <a:accent4>
        <a:srgbClr val="404FA2"/>
      </a:accent4>
      <a:accent5>
        <a:srgbClr val="CBDB2A"/>
      </a:accent5>
      <a:accent6>
        <a:srgbClr val="E82370"/>
      </a:accent6>
      <a:hlink>
        <a:srgbClr val="00A7E1"/>
      </a:hlink>
      <a:folHlink>
        <a:srgbClr val="00205C"/>
      </a:folHlink>
    </a:clrScheme>
    <a:fontScheme name="Office">
      <a:majorFont>
        <a:latin typeface="Calibri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F89BEA4-D5CC-4DA4-807E-CDA142F19F07}" vid="{D504DB27-46FF-49B2-B2E8-A881BF7CEA8F}"/>
    </a:ext>
  </a:extLst>
</a:theme>
</file>

<file path=ppt/theme/theme3.xml><?xml version="1.0" encoding="utf-8"?>
<a:theme xmlns:a="http://schemas.openxmlformats.org/drawingml/2006/main" name="2_content">
  <a:themeElements>
    <a:clrScheme name="Custom 2">
      <a:dk1>
        <a:srgbClr val="000000"/>
      </a:dk1>
      <a:lt1>
        <a:srgbClr val="FFFFFF"/>
      </a:lt1>
      <a:dk2>
        <a:srgbClr val="00205C"/>
      </a:dk2>
      <a:lt2>
        <a:srgbClr val="E7E6E6"/>
      </a:lt2>
      <a:accent1>
        <a:srgbClr val="00A7E1"/>
      </a:accent1>
      <a:accent2>
        <a:srgbClr val="66CAD8"/>
      </a:accent2>
      <a:accent3>
        <a:srgbClr val="FAA61A"/>
      </a:accent3>
      <a:accent4>
        <a:srgbClr val="404FA2"/>
      </a:accent4>
      <a:accent5>
        <a:srgbClr val="CBDB2A"/>
      </a:accent5>
      <a:accent6>
        <a:srgbClr val="E82370"/>
      </a:accent6>
      <a:hlink>
        <a:srgbClr val="00A7E1"/>
      </a:hlink>
      <a:folHlink>
        <a:srgbClr val="00205C"/>
      </a:folHlink>
    </a:clrScheme>
    <a:fontScheme name="Office">
      <a:majorFont>
        <a:latin typeface="Calibri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F89BEA4-D5CC-4DA4-807E-CDA142F19F07}" vid="{E1056611-396A-4587-A475-9CCB9A7CFDB3}"/>
    </a:ext>
  </a:extLst>
</a:theme>
</file>

<file path=ppt/theme/theme4.xml><?xml version="1.0" encoding="utf-8"?>
<a:theme xmlns:a="http://schemas.openxmlformats.org/drawingml/2006/main" name="end slides">
  <a:themeElements>
    <a:clrScheme name="Custom 2">
      <a:dk1>
        <a:srgbClr val="000000"/>
      </a:dk1>
      <a:lt1>
        <a:srgbClr val="FFFFFF"/>
      </a:lt1>
      <a:dk2>
        <a:srgbClr val="00205C"/>
      </a:dk2>
      <a:lt2>
        <a:srgbClr val="E7E6E6"/>
      </a:lt2>
      <a:accent1>
        <a:srgbClr val="00A7E1"/>
      </a:accent1>
      <a:accent2>
        <a:srgbClr val="66CAD8"/>
      </a:accent2>
      <a:accent3>
        <a:srgbClr val="FAA61A"/>
      </a:accent3>
      <a:accent4>
        <a:srgbClr val="404FA2"/>
      </a:accent4>
      <a:accent5>
        <a:srgbClr val="CBDB2A"/>
      </a:accent5>
      <a:accent6>
        <a:srgbClr val="E82370"/>
      </a:accent6>
      <a:hlink>
        <a:srgbClr val="00A7E1"/>
      </a:hlink>
      <a:folHlink>
        <a:srgbClr val="00205C"/>
      </a:folHlink>
    </a:clrScheme>
    <a:fontScheme name="Office">
      <a:majorFont>
        <a:latin typeface="Calibri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F89BEA4-D5CC-4DA4-807E-CDA142F19F07}" vid="{7EF9E658-9FCD-4CCD-96C4-E2A25B158148}"/>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bf96a6d0-7d7c-4546-8158-e86a403a6ac9">
      <UserInfo>
        <DisplayName>Isaac Chan (NCS)</DisplayName>
        <AccountId>18</AccountId>
        <AccountType/>
      </UserInfo>
      <UserInfo>
        <DisplayName>Asil Asil (NCS)</DisplayName>
        <AccountId>19</AccountId>
        <AccountType/>
      </UserInfo>
    </SharedWithUser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E66EC21B1E83B4D86C907A05C95DE09" ma:contentTypeVersion="5" ma:contentTypeDescription="Create a new document." ma:contentTypeScope="" ma:versionID="6aa6a40c7ed11de17141c4396c3c09fa">
  <xsd:schema xmlns:xsd="http://www.w3.org/2001/XMLSchema" xmlns:xs="http://www.w3.org/2001/XMLSchema" xmlns:p="http://schemas.microsoft.com/office/2006/metadata/properties" xmlns:ns2="7762f694-24cd-422c-8506-be279f1c593a" xmlns:ns3="bf96a6d0-7d7c-4546-8158-e86a403a6ac9" targetNamespace="http://schemas.microsoft.com/office/2006/metadata/properties" ma:root="true" ma:fieldsID="cbcc2c2dd9d337ed517da6ffa62e5640" ns2:_="" ns3:_="">
    <xsd:import namespace="7762f694-24cd-422c-8506-be279f1c593a"/>
    <xsd:import namespace="bf96a6d0-7d7c-4546-8158-e86a403a6ac9"/>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762f694-24cd-422c-8506-be279f1c59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f96a6d0-7d7c-4546-8158-e86a403a6ac9"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D645BDE-075B-4C01-B810-3203EB500D0D}">
  <ds:schemaRefs>
    <ds:schemaRef ds:uri="f076d96e-05a5-45a8-8460-4ccc7c61843d"/>
    <ds:schemaRef ds:uri="http://schemas.microsoft.com/office/2006/metadata/properties"/>
    <ds:schemaRef ds:uri="http://schemas.microsoft.com/office/infopath/2007/PartnerControls"/>
    <ds:schemaRef ds:uri="bf96a6d0-7d7c-4546-8158-e86a403a6ac9"/>
  </ds:schemaRefs>
</ds:datastoreItem>
</file>

<file path=customXml/itemProps2.xml><?xml version="1.0" encoding="utf-8"?>
<ds:datastoreItem xmlns:ds="http://schemas.openxmlformats.org/officeDocument/2006/customXml" ds:itemID="{75081DD3-7D94-4C0B-9C87-088E2DC416C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762f694-24cd-422c-8506-be279f1c593a"/>
    <ds:schemaRef ds:uri="bf96a6d0-7d7c-4546-8158-e86a403a6ac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BCBB70C-2BCC-4239-ACE0-CFA6AFFAA6B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blank</Template>
  <TotalTime>168</TotalTime>
  <Words>427</Words>
  <Application>Microsoft Office PowerPoint</Application>
  <PresentationFormat>Widescreen</PresentationFormat>
  <Paragraphs>47</Paragraphs>
  <Slides>13</Slides>
  <Notes>0</Notes>
  <HiddenSlides>0</HiddenSlides>
  <MMClips>0</MMClips>
  <ScaleCrop>false</ScaleCrop>
  <HeadingPairs>
    <vt:vector size="6" baseType="variant">
      <vt:variant>
        <vt:lpstr>Fonts Used</vt:lpstr>
      </vt:variant>
      <vt:variant>
        <vt:i4>3</vt:i4>
      </vt:variant>
      <vt:variant>
        <vt:lpstr>Theme</vt:lpstr>
      </vt:variant>
      <vt:variant>
        <vt:i4>4</vt:i4>
      </vt:variant>
      <vt:variant>
        <vt:lpstr>Slide Titles</vt:lpstr>
      </vt:variant>
      <vt:variant>
        <vt:i4>13</vt:i4>
      </vt:variant>
    </vt:vector>
  </HeadingPairs>
  <TitlesOfParts>
    <vt:vector size="20" baseType="lpstr">
      <vt:lpstr>Calibri</vt:lpstr>
      <vt:lpstr>Arial</vt:lpstr>
      <vt:lpstr>Ubuntu</vt:lpstr>
      <vt:lpstr>cover slide</vt:lpstr>
      <vt:lpstr>divider</vt:lpstr>
      <vt:lpstr>2_content</vt:lpstr>
      <vt:lpstr>end slides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Belle Law (NCS)</dc:creator>
  <cp:lastModifiedBy>Razin Zaidun (NCS)</cp:lastModifiedBy>
  <cp:revision>19</cp:revision>
  <dcterms:created xsi:type="dcterms:W3CDTF">2021-10-03T16:25:32Z</dcterms:created>
  <dcterms:modified xsi:type="dcterms:W3CDTF">2025-10-09T02:03:33Z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0x0101001E66EC21B1E83B4D86C907A05C95DE09</vt:lpwstr>
  </property>
</Properties>
</file>